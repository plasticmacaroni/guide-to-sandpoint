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3" d="100"/>
          <a:sy n="143" d="100"/>
        </p:scale>
        <p:origin x="88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9622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80"/>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00FFFF"/>
          </a:solidFill>
          <a:ln w="12700">
            <a:solidFill>
              <a:srgbClr val="00FFFF"/>
            </a:solidFill>
            <a:prstDash val="solid"/>
          </a:ln>
        </p:spPr>
        <p:txBody>
          <a:bodyPr/>
          <a:lstStyle/>
          <a:p>
            <a:endParaRPr lang="en-US"/>
          </a:p>
        </p:txBody>
      </p:sp>
      <p:sp>
        <p:nvSpPr>
          <p:cNvPr id="3" name="Shape 1"/>
          <p:cNvSpPr/>
          <p:nvPr/>
        </p:nvSpPr>
        <p:spPr>
          <a:xfrm>
            <a:off x="0" y="4978908"/>
            <a:ext cx="9144000" cy="164592"/>
          </a:xfrm>
          <a:prstGeom prst="rect">
            <a:avLst/>
          </a:prstGeom>
          <a:solidFill>
            <a:srgbClr val="00FFFF"/>
          </a:solidFill>
          <a:ln w="12700">
            <a:solidFill>
              <a:srgbClr val="00FFFF"/>
            </a:solidFill>
            <a:prstDash val="solid"/>
          </a:ln>
        </p:spPr>
        <p:txBody>
          <a:bodyPr/>
          <a:lstStyle/>
          <a:p>
            <a:endParaRPr lang="en-US"/>
          </a:p>
        </p:txBody>
      </p:sp>
      <p:sp>
        <p:nvSpPr>
          <p:cNvPr id="4" name="Shape 2"/>
          <p:cNvSpPr/>
          <p:nvPr/>
        </p:nvSpPr>
        <p:spPr>
          <a:xfrm>
            <a:off x="0" y="0"/>
            <a:ext cx="164592" cy="5143500"/>
          </a:xfrm>
          <a:prstGeom prst="rect">
            <a:avLst/>
          </a:prstGeom>
          <a:solidFill>
            <a:srgbClr val="00FFFF"/>
          </a:solidFill>
          <a:ln w="12700">
            <a:solidFill>
              <a:srgbClr val="00FFFF"/>
            </a:solidFill>
            <a:prstDash val="solid"/>
          </a:ln>
        </p:spPr>
        <p:txBody>
          <a:bodyPr/>
          <a:lstStyle/>
          <a:p>
            <a:endParaRPr lang="en-US"/>
          </a:p>
        </p:txBody>
      </p:sp>
      <p:sp>
        <p:nvSpPr>
          <p:cNvPr id="5" name="Shape 3"/>
          <p:cNvSpPr/>
          <p:nvPr/>
        </p:nvSpPr>
        <p:spPr>
          <a:xfrm>
            <a:off x="8979408" y="0"/>
            <a:ext cx="164592" cy="5143500"/>
          </a:xfrm>
          <a:prstGeom prst="rect">
            <a:avLst/>
          </a:prstGeom>
          <a:solidFill>
            <a:srgbClr val="00FFFF"/>
          </a:solidFill>
          <a:ln w="12700">
            <a:solidFill>
              <a:srgbClr val="00FFFF"/>
            </a:solidFill>
            <a:prstDash val="solid"/>
          </a:ln>
        </p:spPr>
        <p:txBody>
          <a:bodyPr/>
          <a:lstStyle/>
          <a:p>
            <a:endParaRPr lang="en-US"/>
          </a:p>
        </p:txBody>
      </p:sp>
      <p:sp>
        <p:nvSpPr>
          <p:cNvPr id="6" name="Shape 4"/>
          <p:cNvSpPr/>
          <p:nvPr/>
        </p:nvSpPr>
        <p:spPr>
          <a:xfrm>
            <a:off x="0" y="164592"/>
            <a:ext cx="274320" cy="274320"/>
          </a:xfrm>
          <a:prstGeom prst="rect">
            <a:avLst/>
          </a:prstGeom>
          <a:solidFill>
            <a:srgbClr val="FFFF00"/>
          </a:solidFill>
          <a:ln w="12700">
            <a:solidFill>
              <a:srgbClr val="FFFF00"/>
            </a:solidFill>
            <a:prstDash val="solid"/>
          </a:ln>
        </p:spPr>
        <p:txBody>
          <a:bodyPr/>
          <a:lstStyle/>
          <a:p>
            <a:endParaRPr lang="en-US"/>
          </a:p>
        </p:txBody>
      </p:sp>
      <p:sp>
        <p:nvSpPr>
          <p:cNvPr id="7" name="Shape 5"/>
          <p:cNvSpPr/>
          <p:nvPr/>
        </p:nvSpPr>
        <p:spPr>
          <a:xfrm>
            <a:off x="0" y="4704588"/>
            <a:ext cx="274320" cy="274320"/>
          </a:xfrm>
          <a:prstGeom prst="rect">
            <a:avLst/>
          </a:prstGeom>
          <a:solidFill>
            <a:srgbClr val="FF00FF"/>
          </a:solidFill>
          <a:ln w="12700">
            <a:solidFill>
              <a:srgbClr val="FF00FF"/>
            </a:solidFill>
            <a:prstDash val="solid"/>
          </a:ln>
        </p:spPr>
        <p:txBody>
          <a:bodyPr/>
          <a:lstStyle/>
          <a:p>
            <a:endParaRPr lang="en-US"/>
          </a:p>
        </p:txBody>
      </p:sp>
      <p:sp>
        <p:nvSpPr>
          <p:cNvPr id="8" name="Shape 6"/>
          <p:cNvSpPr/>
          <p:nvPr/>
        </p:nvSpPr>
        <p:spPr>
          <a:xfrm>
            <a:off x="274320" y="164592"/>
            <a:ext cx="274320" cy="274320"/>
          </a:xfrm>
          <a:prstGeom prst="rect">
            <a:avLst/>
          </a:prstGeom>
          <a:solidFill>
            <a:srgbClr val="FF0000"/>
          </a:solidFill>
          <a:ln w="12700">
            <a:solidFill>
              <a:srgbClr val="FF0000"/>
            </a:solidFill>
            <a:prstDash val="solid"/>
          </a:ln>
        </p:spPr>
        <p:txBody>
          <a:bodyPr/>
          <a:lstStyle/>
          <a:p>
            <a:endParaRPr lang="en-US"/>
          </a:p>
        </p:txBody>
      </p:sp>
      <p:sp>
        <p:nvSpPr>
          <p:cNvPr id="9" name="Shape 7"/>
          <p:cNvSpPr/>
          <p:nvPr/>
        </p:nvSpPr>
        <p:spPr>
          <a:xfrm>
            <a:off x="274320" y="4704588"/>
            <a:ext cx="274320" cy="274320"/>
          </a:xfrm>
          <a:prstGeom prst="rect">
            <a:avLst/>
          </a:prstGeom>
          <a:solidFill>
            <a:srgbClr val="FFFF00"/>
          </a:solidFill>
          <a:ln w="12700">
            <a:solidFill>
              <a:srgbClr val="FFFF00"/>
            </a:solidFill>
            <a:prstDash val="solid"/>
          </a:ln>
        </p:spPr>
        <p:txBody>
          <a:bodyPr/>
          <a:lstStyle/>
          <a:p>
            <a:endParaRPr lang="en-US"/>
          </a:p>
        </p:txBody>
      </p:sp>
      <p:sp>
        <p:nvSpPr>
          <p:cNvPr id="10" name="Shape 8"/>
          <p:cNvSpPr/>
          <p:nvPr/>
        </p:nvSpPr>
        <p:spPr>
          <a:xfrm>
            <a:off x="548640" y="164592"/>
            <a:ext cx="274320" cy="274320"/>
          </a:xfrm>
          <a:prstGeom prst="rect">
            <a:avLst/>
          </a:prstGeom>
          <a:solidFill>
            <a:srgbClr val="00FFFF"/>
          </a:solidFill>
          <a:ln w="12700">
            <a:solidFill>
              <a:srgbClr val="00FFFF"/>
            </a:solidFill>
            <a:prstDash val="solid"/>
          </a:ln>
        </p:spPr>
        <p:txBody>
          <a:bodyPr/>
          <a:lstStyle/>
          <a:p>
            <a:endParaRPr lang="en-US"/>
          </a:p>
        </p:txBody>
      </p:sp>
      <p:sp>
        <p:nvSpPr>
          <p:cNvPr id="11" name="Shape 9"/>
          <p:cNvSpPr/>
          <p:nvPr/>
        </p:nvSpPr>
        <p:spPr>
          <a:xfrm>
            <a:off x="548640" y="4704588"/>
            <a:ext cx="274320" cy="274320"/>
          </a:xfrm>
          <a:prstGeom prst="rect">
            <a:avLst/>
          </a:prstGeom>
          <a:solidFill>
            <a:srgbClr val="FF0000"/>
          </a:solidFill>
          <a:ln w="12700">
            <a:solidFill>
              <a:srgbClr val="FF0000"/>
            </a:solidFill>
            <a:prstDash val="solid"/>
          </a:ln>
        </p:spPr>
        <p:txBody>
          <a:bodyPr/>
          <a:lstStyle/>
          <a:p>
            <a:endParaRPr lang="en-US"/>
          </a:p>
        </p:txBody>
      </p:sp>
      <p:sp>
        <p:nvSpPr>
          <p:cNvPr id="12" name="Shape 10"/>
          <p:cNvSpPr/>
          <p:nvPr/>
        </p:nvSpPr>
        <p:spPr>
          <a:xfrm>
            <a:off x="822960" y="164592"/>
            <a:ext cx="274320" cy="274320"/>
          </a:xfrm>
          <a:prstGeom prst="rect">
            <a:avLst/>
          </a:prstGeom>
          <a:solidFill>
            <a:srgbClr val="00FF00"/>
          </a:solidFill>
          <a:ln w="12700">
            <a:solidFill>
              <a:srgbClr val="00FF00"/>
            </a:solidFill>
            <a:prstDash val="solid"/>
          </a:ln>
        </p:spPr>
        <p:txBody>
          <a:bodyPr/>
          <a:lstStyle/>
          <a:p>
            <a:endParaRPr lang="en-US"/>
          </a:p>
        </p:txBody>
      </p:sp>
      <p:sp>
        <p:nvSpPr>
          <p:cNvPr id="13" name="Shape 11"/>
          <p:cNvSpPr/>
          <p:nvPr/>
        </p:nvSpPr>
        <p:spPr>
          <a:xfrm>
            <a:off x="822960" y="4704588"/>
            <a:ext cx="274320" cy="274320"/>
          </a:xfrm>
          <a:prstGeom prst="rect">
            <a:avLst/>
          </a:prstGeom>
          <a:solidFill>
            <a:srgbClr val="FFFF00"/>
          </a:solidFill>
          <a:ln w="12700">
            <a:solidFill>
              <a:srgbClr val="FFFF00"/>
            </a:solidFill>
            <a:prstDash val="solid"/>
          </a:ln>
        </p:spPr>
        <p:txBody>
          <a:bodyPr/>
          <a:lstStyle/>
          <a:p>
            <a:endParaRPr lang="en-US"/>
          </a:p>
        </p:txBody>
      </p:sp>
      <p:sp>
        <p:nvSpPr>
          <p:cNvPr id="14" name="Shape 12"/>
          <p:cNvSpPr/>
          <p:nvPr/>
        </p:nvSpPr>
        <p:spPr>
          <a:xfrm>
            <a:off x="1097280" y="164592"/>
            <a:ext cx="274320" cy="274320"/>
          </a:xfrm>
          <a:prstGeom prst="rect">
            <a:avLst/>
          </a:prstGeom>
          <a:solidFill>
            <a:srgbClr val="FF00FF"/>
          </a:solidFill>
          <a:ln w="12700">
            <a:solidFill>
              <a:srgbClr val="FF00FF"/>
            </a:solidFill>
            <a:prstDash val="solid"/>
          </a:ln>
        </p:spPr>
        <p:txBody>
          <a:bodyPr/>
          <a:lstStyle/>
          <a:p>
            <a:endParaRPr lang="en-US"/>
          </a:p>
        </p:txBody>
      </p:sp>
      <p:sp>
        <p:nvSpPr>
          <p:cNvPr id="15" name="Shape 13"/>
          <p:cNvSpPr/>
          <p:nvPr/>
        </p:nvSpPr>
        <p:spPr>
          <a:xfrm>
            <a:off x="1097280" y="4704588"/>
            <a:ext cx="274320" cy="274320"/>
          </a:xfrm>
          <a:prstGeom prst="rect">
            <a:avLst/>
          </a:prstGeom>
          <a:solidFill>
            <a:srgbClr val="FF0000"/>
          </a:solidFill>
          <a:ln w="12700">
            <a:solidFill>
              <a:srgbClr val="FF0000"/>
            </a:solidFill>
            <a:prstDash val="solid"/>
          </a:ln>
        </p:spPr>
        <p:txBody>
          <a:bodyPr/>
          <a:lstStyle/>
          <a:p>
            <a:endParaRPr lang="en-US"/>
          </a:p>
        </p:txBody>
      </p:sp>
      <p:sp>
        <p:nvSpPr>
          <p:cNvPr id="16" name="Shape 14"/>
          <p:cNvSpPr/>
          <p:nvPr/>
        </p:nvSpPr>
        <p:spPr>
          <a:xfrm>
            <a:off x="1371600" y="164592"/>
            <a:ext cx="274320" cy="274320"/>
          </a:xfrm>
          <a:prstGeom prst="rect">
            <a:avLst/>
          </a:prstGeom>
          <a:solidFill>
            <a:srgbClr val="FFFF00"/>
          </a:solidFill>
          <a:ln w="12700">
            <a:solidFill>
              <a:srgbClr val="FFFF00"/>
            </a:solidFill>
            <a:prstDash val="solid"/>
          </a:ln>
        </p:spPr>
        <p:txBody>
          <a:bodyPr/>
          <a:lstStyle/>
          <a:p>
            <a:endParaRPr lang="en-US"/>
          </a:p>
        </p:txBody>
      </p:sp>
      <p:sp>
        <p:nvSpPr>
          <p:cNvPr id="17" name="Shape 15"/>
          <p:cNvSpPr/>
          <p:nvPr/>
        </p:nvSpPr>
        <p:spPr>
          <a:xfrm>
            <a:off x="1371600" y="4704588"/>
            <a:ext cx="274320" cy="274320"/>
          </a:xfrm>
          <a:prstGeom prst="rect">
            <a:avLst/>
          </a:prstGeom>
          <a:solidFill>
            <a:srgbClr val="FFFF00"/>
          </a:solidFill>
          <a:ln w="12700">
            <a:solidFill>
              <a:srgbClr val="FFFF00"/>
            </a:solidFill>
            <a:prstDash val="solid"/>
          </a:ln>
        </p:spPr>
        <p:txBody>
          <a:bodyPr/>
          <a:lstStyle/>
          <a:p>
            <a:endParaRPr lang="en-US"/>
          </a:p>
        </p:txBody>
      </p:sp>
      <p:sp>
        <p:nvSpPr>
          <p:cNvPr id="18" name="Shape 16"/>
          <p:cNvSpPr/>
          <p:nvPr/>
        </p:nvSpPr>
        <p:spPr>
          <a:xfrm>
            <a:off x="1645920" y="164592"/>
            <a:ext cx="274320" cy="274320"/>
          </a:xfrm>
          <a:prstGeom prst="rect">
            <a:avLst/>
          </a:prstGeom>
          <a:solidFill>
            <a:srgbClr val="FF0000"/>
          </a:solidFill>
          <a:ln w="12700">
            <a:solidFill>
              <a:srgbClr val="FF0000"/>
            </a:solidFill>
            <a:prstDash val="solid"/>
          </a:ln>
        </p:spPr>
        <p:txBody>
          <a:bodyPr/>
          <a:lstStyle/>
          <a:p>
            <a:endParaRPr lang="en-US"/>
          </a:p>
        </p:txBody>
      </p:sp>
      <p:sp>
        <p:nvSpPr>
          <p:cNvPr id="19" name="Shape 17"/>
          <p:cNvSpPr/>
          <p:nvPr/>
        </p:nvSpPr>
        <p:spPr>
          <a:xfrm>
            <a:off x="1645920" y="4704588"/>
            <a:ext cx="274320" cy="274320"/>
          </a:xfrm>
          <a:prstGeom prst="rect">
            <a:avLst/>
          </a:prstGeom>
          <a:solidFill>
            <a:srgbClr val="FFFF00"/>
          </a:solidFill>
          <a:ln w="12700">
            <a:solidFill>
              <a:srgbClr val="FFFF00"/>
            </a:solidFill>
            <a:prstDash val="solid"/>
          </a:ln>
        </p:spPr>
        <p:txBody>
          <a:bodyPr/>
          <a:lstStyle/>
          <a:p>
            <a:endParaRPr lang="en-US"/>
          </a:p>
        </p:txBody>
      </p:sp>
      <p:sp>
        <p:nvSpPr>
          <p:cNvPr id="20" name="Shape 18"/>
          <p:cNvSpPr/>
          <p:nvPr/>
        </p:nvSpPr>
        <p:spPr>
          <a:xfrm>
            <a:off x="1920240" y="164592"/>
            <a:ext cx="274320" cy="274320"/>
          </a:xfrm>
          <a:prstGeom prst="rect">
            <a:avLst/>
          </a:prstGeom>
          <a:solidFill>
            <a:srgbClr val="FFFF00"/>
          </a:solidFill>
          <a:ln w="12700">
            <a:solidFill>
              <a:srgbClr val="FFFF00"/>
            </a:solidFill>
            <a:prstDash val="solid"/>
          </a:ln>
        </p:spPr>
        <p:txBody>
          <a:bodyPr/>
          <a:lstStyle/>
          <a:p>
            <a:endParaRPr lang="en-US"/>
          </a:p>
        </p:txBody>
      </p:sp>
      <p:sp>
        <p:nvSpPr>
          <p:cNvPr id="21" name="Shape 19"/>
          <p:cNvSpPr/>
          <p:nvPr/>
        </p:nvSpPr>
        <p:spPr>
          <a:xfrm>
            <a:off x="1920240" y="4704588"/>
            <a:ext cx="274320" cy="274320"/>
          </a:xfrm>
          <a:prstGeom prst="rect">
            <a:avLst/>
          </a:prstGeom>
          <a:solidFill>
            <a:srgbClr val="FF0000"/>
          </a:solidFill>
          <a:ln w="12700">
            <a:solidFill>
              <a:srgbClr val="FF0000"/>
            </a:solidFill>
            <a:prstDash val="solid"/>
          </a:ln>
        </p:spPr>
        <p:txBody>
          <a:bodyPr/>
          <a:lstStyle/>
          <a:p>
            <a:endParaRPr lang="en-US"/>
          </a:p>
        </p:txBody>
      </p:sp>
      <p:sp>
        <p:nvSpPr>
          <p:cNvPr id="22" name="Shape 20"/>
          <p:cNvSpPr/>
          <p:nvPr/>
        </p:nvSpPr>
        <p:spPr>
          <a:xfrm>
            <a:off x="2194560" y="164592"/>
            <a:ext cx="274320" cy="274320"/>
          </a:xfrm>
          <a:prstGeom prst="rect">
            <a:avLst/>
          </a:prstGeom>
          <a:solidFill>
            <a:srgbClr val="FF0000"/>
          </a:solidFill>
          <a:ln w="12700">
            <a:solidFill>
              <a:srgbClr val="FF0000"/>
            </a:solidFill>
            <a:prstDash val="solid"/>
          </a:ln>
        </p:spPr>
        <p:txBody>
          <a:bodyPr/>
          <a:lstStyle/>
          <a:p>
            <a:endParaRPr lang="en-US"/>
          </a:p>
        </p:txBody>
      </p:sp>
      <p:sp>
        <p:nvSpPr>
          <p:cNvPr id="23" name="Shape 21"/>
          <p:cNvSpPr/>
          <p:nvPr/>
        </p:nvSpPr>
        <p:spPr>
          <a:xfrm>
            <a:off x="2194560" y="4704588"/>
            <a:ext cx="274320" cy="274320"/>
          </a:xfrm>
          <a:prstGeom prst="rect">
            <a:avLst/>
          </a:prstGeom>
          <a:solidFill>
            <a:srgbClr val="00FFFF"/>
          </a:solidFill>
          <a:ln w="12700">
            <a:solidFill>
              <a:srgbClr val="00FFFF"/>
            </a:solidFill>
            <a:prstDash val="solid"/>
          </a:ln>
        </p:spPr>
        <p:txBody>
          <a:bodyPr/>
          <a:lstStyle/>
          <a:p>
            <a:endParaRPr lang="en-US"/>
          </a:p>
        </p:txBody>
      </p:sp>
      <p:sp>
        <p:nvSpPr>
          <p:cNvPr id="24" name="Shape 22"/>
          <p:cNvSpPr/>
          <p:nvPr/>
        </p:nvSpPr>
        <p:spPr>
          <a:xfrm>
            <a:off x="2468880" y="164592"/>
            <a:ext cx="274320" cy="274320"/>
          </a:xfrm>
          <a:prstGeom prst="rect">
            <a:avLst/>
          </a:prstGeom>
          <a:solidFill>
            <a:srgbClr val="FFFF00"/>
          </a:solidFill>
          <a:ln w="12700">
            <a:solidFill>
              <a:srgbClr val="FFFF00"/>
            </a:solidFill>
            <a:prstDash val="solid"/>
          </a:ln>
        </p:spPr>
        <p:txBody>
          <a:bodyPr/>
          <a:lstStyle/>
          <a:p>
            <a:endParaRPr lang="en-US"/>
          </a:p>
        </p:txBody>
      </p:sp>
      <p:sp>
        <p:nvSpPr>
          <p:cNvPr id="25" name="Shape 23"/>
          <p:cNvSpPr/>
          <p:nvPr/>
        </p:nvSpPr>
        <p:spPr>
          <a:xfrm>
            <a:off x="2468880" y="4704588"/>
            <a:ext cx="274320" cy="274320"/>
          </a:xfrm>
          <a:prstGeom prst="rect">
            <a:avLst/>
          </a:prstGeom>
          <a:solidFill>
            <a:srgbClr val="00FF00"/>
          </a:solidFill>
          <a:ln w="12700">
            <a:solidFill>
              <a:srgbClr val="00FF00"/>
            </a:solidFill>
            <a:prstDash val="solid"/>
          </a:ln>
        </p:spPr>
        <p:txBody>
          <a:bodyPr/>
          <a:lstStyle/>
          <a:p>
            <a:endParaRPr lang="en-US"/>
          </a:p>
        </p:txBody>
      </p:sp>
      <p:sp>
        <p:nvSpPr>
          <p:cNvPr id="26" name="Shape 24"/>
          <p:cNvSpPr/>
          <p:nvPr/>
        </p:nvSpPr>
        <p:spPr>
          <a:xfrm>
            <a:off x="182880" y="859536"/>
            <a:ext cx="365760" cy="109728"/>
          </a:xfrm>
          <a:prstGeom prst="ellipse">
            <a:avLst/>
          </a:prstGeom>
          <a:solidFill>
            <a:srgbClr val="FFFF00"/>
          </a:solidFill>
          <a:ln w="12700">
            <a:solidFill>
              <a:srgbClr val="FFFF00"/>
            </a:solidFill>
            <a:prstDash val="solid"/>
          </a:ln>
        </p:spPr>
        <p:txBody>
          <a:bodyPr/>
          <a:lstStyle/>
          <a:p>
            <a:endParaRPr lang="en-US"/>
          </a:p>
        </p:txBody>
      </p:sp>
      <p:sp>
        <p:nvSpPr>
          <p:cNvPr id="27" name="Shape 25"/>
          <p:cNvSpPr/>
          <p:nvPr/>
        </p:nvSpPr>
        <p:spPr>
          <a:xfrm rot="2700000">
            <a:off x="182880" y="859536"/>
            <a:ext cx="365760" cy="109728"/>
          </a:xfrm>
          <a:prstGeom prst="ellipse">
            <a:avLst/>
          </a:prstGeom>
          <a:solidFill>
            <a:srgbClr val="FFFF00"/>
          </a:solidFill>
          <a:ln w="12700">
            <a:solidFill>
              <a:srgbClr val="FFFF00"/>
            </a:solidFill>
            <a:prstDash val="solid"/>
          </a:ln>
        </p:spPr>
        <p:txBody>
          <a:bodyPr/>
          <a:lstStyle/>
          <a:p>
            <a:endParaRPr lang="en-US"/>
          </a:p>
        </p:txBody>
      </p:sp>
      <p:sp>
        <p:nvSpPr>
          <p:cNvPr id="28" name="Shape 26"/>
          <p:cNvSpPr/>
          <p:nvPr/>
        </p:nvSpPr>
        <p:spPr>
          <a:xfrm rot="5400000">
            <a:off x="182880" y="859536"/>
            <a:ext cx="365760" cy="109728"/>
          </a:xfrm>
          <a:prstGeom prst="ellipse">
            <a:avLst/>
          </a:prstGeom>
          <a:solidFill>
            <a:srgbClr val="FFFF00"/>
          </a:solidFill>
          <a:ln w="12700">
            <a:solidFill>
              <a:srgbClr val="FFFF00"/>
            </a:solidFill>
            <a:prstDash val="solid"/>
          </a:ln>
        </p:spPr>
        <p:txBody>
          <a:bodyPr/>
          <a:lstStyle/>
          <a:p>
            <a:endParaRPr lang="en-US"/>
          </a:p>
        </p:txBody>
      </p:sp>
      <p:sp>
        <p:nvSpPr>
          <p:cNvPr id="29" name="Shape 27"/>
          <p:cNvSpPr/>
          <p:nvPr/>
        </p:nvSpPr>
        <p:spPr>
          <a:xfrm rot="8100000">
            <a:off x="182880" y="859536"/>
            <a:ext cx="365760" cy="109728"/>
          </a:xfrm>
          <a:prstGeom prst="ellipse">
            <a:avLst/>
          </a:prstGeom>
          <a:solidFill>
            <a:srgbClr val="FFFF00"/>
          </a:solidFill>
          <a:ln w="12700">
            <a:solidFill>
              <a:srgbClr val="FFFF00"/>
            </a:solidFill>
            <a:prstDash val="solid"/>
          </a:ln>
        </p:spPr>
        <p:txBody>
          <a:bodyPr/>
          <a:lstStyle/>
          <a:p>
            <a:endParaRPr lang="en-US"/>
          </a:p>
        </p:txBody>
      </p:sp>
      <p:sp>
        <p:nvSpPr>
          <p:cNvPr id="30" name="Shape 28"/>
          <p:cNvSpPr/>
          <p:nvPr/>
        </p:nvSpPr>
        <p:spPr>
          <a:xfrm>
            <a:off x="8138160" y="950976"/>
            <a:ext cx="365760" cy="109728"/>
          </a:xfrm>
          <a:prstGeom prst="ellipse">
            <a:avLst/>
          </a:prstGeom>
          <a:solidFill>
            <a:srgbClr val="FFFF00"/>
          </a:solidFill>
          <a:ln w="12700">
            <a:solidFill>
              <a:srgbClr val="FFFF00"/>
            </a:solidFill>
            <a:prstDash val="solid"/>
          </a:ln>
        </p:spPr>
        <p:txBody>
          <a:bodyPr/>
          <a:lstStyle/>
          <a:p>
            <a:endParaRPr lang="en-US"/>
          </a:p>
        </p:txBody>
      </p:sp>
      <p:sp>
        <p:nvSpPr>
          <p:cNvPr id="31" name="Shape 29"/>
          <p:cNvSpPr/>
          <p:nvPr/>
        </p:nvSpPr>
        <p:spPr>
          <a:xfrm rot="2700000">
            <a:off x="8138160" y="950976"/>
            <a:ext cx="365760" cy="109728"/>
          </a:xfrm>
          <a:prstGeom prst="ellipse">
            <a:avLst/>
          </a:prstGeom>
          <a:solidFill>
            <a:srgbClr val="FFFF00"/>
          </a:solidFill>
          <a:ln w="12700">
            <a:solidFill>
              <a:srgbClr val="FFFF00"/>
            </a:solidFill>
            <a:prstDash val="solid"/>
          </a:ln>
        </p:spPr>
        <p:txBody>
          <a:bodyPr/>
          <a:lstStyle/>
          <a:p>
            <a:endParaRPr lang="en-US"/>
          </a:p>
        </p:txBody>
      </p:sp>
      <p:sp>
        <p:nvSpPr>
          <p:cNvPr id="32" name="Shape 30"/>
          <p:cNvSpPr/>
          <p:nvPr/>
        </p:nvSpPr>
        <p:spPr>
          <a:xfrm rot="5400000">
            <a:off x="8138160" y="950976"/>
            <a:ext cx="365760" cy="109728"/>
          </a:xfrm>
          <a:prstGeom prst="ellipse">
            <a:avLst/>
          </a:prstGeom>
          <a:solidFill>
            <a:srgbClr val="FFFF00"/>
          </a:solidFill>
          <a:ln w="12700">
            <a:solidFill>
              <a:srgbClr val="FFFF00"/>
            </a:solidFill>
            <a:prstDash val="solid"/>
          </a:ln>
        </p:spPr>
        <p:txBody>
          <a:bodyPr/>
          <a:lstStyle/>
          <a:p>
            <a:endParaRPr lang="en-US"/>
          </a:p>
        </p:txBody>
      </p:sp>
      <p:sp>
        <p:nvSpPr>
          <p:cNvPr id="33" name="Shape 31"/>
          <p:cNvSpPr/>
          <p:nvPr/>
        </p:nvSpPr>
        <p:spPr>
          <a:xfrm rot="8100000">
            <a:off x="8138160" y="950976"/>
            <a:ext cx="365760" cy="109728"/>
          </a:xfrm>
          <a:prstGeom prst="ellipse">
            <a:avLst/>
          </a:prstGeom>
          <a:solidFill>
            <a:srgbClr val="FFFF00"/>
          </a:solidFill>
          <a:ln w="12700">
            <a:solidFill>
              <a:srgbClr val="FFFF00"/>
            </a:solidFill>
            <a:prstDash val="solid"/>
          </a:ln>
        </p:spPr>
        <p:txBody>
          <a:bodyPr/>
          <a:lstStyle/>
          <a:p>
            <a:endParaRPr lang="en-US"/>
          </a:p>
        </p:txBody>
      </p:sp>
      <p:sp>
        <p:nvSpPr>
          <p:cNvPr id="34" name="Shape 32"/>
          <p:cNvSpPr/>
          <p:nvPr/>
        </p:nvSpPr>
        <p:spPr>
          <a:xfrm>
            <a:off x="274320" y="3968496"/>
            <a:ext cx="365760" cy="109728"/>
          </a:xfrm>
          <a:prstGeom prst="ellipse">
            <a:avLst/>
          </a:prstGeom>
          <a:solidFill>
            <a:srgbClr val="FFFF00"/>
          </a:solidFill>
          <a:ln w="12700">
            <a:solidFill>
              <a:srgbClr val="FFFF00"/>
            </a:solidFill>
            <a:prstDash val="solid"/>
          </a:ln>
        </p:spPr>
        <p:txBody>
          <a:bodyPr/>
          <a:lstStyle/>
          <a:p>
            <a:endParaRPr lang="en-US"/>
          </a:p>
        </p:txBody>
      </p:sp>
      <p:sp>
        <p:nvSpPr>
          <p:cNvPr id="35" name="Shape 33"/>
          <p:cNvSpPr/>
          <p:nvPr/>
        </p:nvSpPr>
        <p:spPr>
          <a:xfrm rot="2700000">
            <a:off x="274320" y="3968496"/>
            <a:ext cx="365760" cy="109728"/>
          </a:xfrm>
          <a:prstGeom prst="ellipse">
            <a:avLst/>
          </a:prstGeom>
          <a:solidFill>
            <a:srgbClr val="FFFF00"/>
          </a:solidFill>
          <a:ln w="12700">
            <a:solidFill>
              <a:srgbClr val="FFFF00"/>
            </a:solidFill>
            <a:prstDash val="solid"/>
          </a:ln>
        </p:spPr>
        <p:txBody>
          <a:bodyPr/>
          <a:lstStyle/>
          <a:p>
            <a:endParaRPr lang="en-US"/>
          </a:p>
        </p:txBody>
      </p:sp>
      <p:sp>
        <p:nvSpPr>
          <p:cNvPr id="36" name="Shape 34"/>
          <p:cNvSpPr/>
          <p:nvPr/>
        </p:nvSpPr>
        <p:spPr>
          <a:xfrm rot="5400000">
            <a:off x="274320" y="3968496"/>
            <a:ext cx="365760" cy="109728"/>
          </a:xfrm>
          <a:prstGeom prst="ellipse">
            <a:avLst/>
          </a:prstGeom>
          <a:solidFill>
            <a:srgbClr val="FFFF00"/>
          </a:solidFill>
          <a:ln w="12700">
            <a:solidFill>
              <a:srgbClr val="FFFF00"/>
            </a:solidFill>
            <a:prstDash val="solid"/>
          </a:ln>
        </p:spPr>
        <p:txBody>
          <a:bodyPr/>
          <a:lstStyle/>
          <a:p>
            <a:endParaRPr lang="en-US"/>
          </a:p>
        </p:txBody>
      </p:sp>
      <p:sp>
        <p:nvSpPr>
          <p:cNvPr id="37" name="Shape 35"/>
          <p:cNvSpPr/>
          <p:nvPr/>
        </p:nvSpPr>
        <p:spPr>
          <a:xfrm rot="8100000">
            <a:off x="274320" y="3968496"/>
            <a:ext cx="365760" cy="109728"/>
          </a:xfrm>
          <a:prstGeom prst="ellipse">
            <a:avLst/>
          </a:prstGeom>
          <a:solidFill>
            <a:srgbClr val="FFFF00"/>
          </a:solidFill>
          <a:ln w="12700">
            <a:solidFill>
              <a:srgbClr val="FFFF00"/>
            </a:solidFill>
            <a:prstDash val="solid"/>
          </a:ln>
        </p:spPr>
        <p:txBody>
          <a:bodyPr/>
          <a:lstStyle/>
          <a:p>
            <a:endParaRPr lang="en-US"/>
          </a:p>
        </p:txBody>
      </p:sp>
      <p:sp>
        <p:nvSpPr>
          <p:cNvPr id="38" name="Shape 36"/>
          <p:cNvSpPr/>
          <p:nvPr/>
        </p:nvSpPr>
        <p:spPr>
          <a:xfrm>
            <a:off x="8046720" y="3877056"/>
            <a:ext cx="365760" cy="109728"/>
          </a:xfrm>
          <a:prstGeom prst="ellipse">
            <a:avLst/>
          </a:prstGeom>
          <a:solidFill>
            <a:srgbClr val="FFFF00"/>
          </a:solidFill>
          <a:ln w="12700">
            <a:solidFill>
              <a:srgbClr val="FFFF00"/>
            </a:solidFill>
            <a:prstDash val="solid"/>
          </a:ln>
        </p:spPr>
        <p:txBody>
          <a:bodyPr/>
          <a:lstStyle/>
          <a:p>
            <a:endParaRPr lang="en-US"/>
          </a:p>
        </p:txBody>
      </p:sp>
      <p:sp>
        <p:nvSpPr>
          <p:cNvPr id="39" name="Shape 37"/>
          <p:cNvSpPr/>
          <p:nvPr/>
        </p:nvSpPr>
        <p:spPr>
          <a:xfrm rot="2700000">
            <a:off x="8046720" y="3877056"/>
            <a:ext cx="365760" cy="109728"/>
          </a:xfrm>
          <a:prstGeom prst="ellipse">
            <a:avLst/>
          </a:prstGeom>
          <a:solidFill>
            <a:srgbClr val="FFFF00"/>
          </a:solidFill>
          <a:ln w="12700">
            <a:solidFill>
              <a:srgbClr val="FFFF00"/>
            </a:solidFill>
            <a:prstDash val="solid"/>
          </a:ln>
        </p:spPr>
        <p:txBody>
          <a:bodyPr/>
          <a:lstStyle/>
          <a:p>
            <a:endParaRPr lang="en-US"/>
          </a:p>
        </p:txBody>
      </p:sp>
      <p:sp>
        <p:nvSpPr>
          <p:cNvPr id="40" name="Shape 38"/>
          <p:cNvSpPr/>
          <p:nvPr/>
        </p:nvSpPr>
        <p:spPr>
          <a:xfrm rot="5400000">
            <a:off x="8046720" y="3877056"/>
            <a:ext cx="365760" cy="109728"/>
          </a:xfrm>
          <a:prstGeom prst="ellipse">
            <a:avLst/>
          </a:prstGeom>
          <a:solidFill>
            <a:srgbClr val="FFFF00"/>
          </a:solidFill>
          <a:ln w="12700">
            <a:solidFill>
              <a:srgbClr val="FFFF00"/>
            </a:solidFill>
            <a:prstDash val="solid"/>
          </a:ln>
        </p:spPr>
        <p:txBody>
          <a:bodyPr/>
          <a:lstStyle/>
          <a:p>
            <a:endParaRPr lang="en-US"/>
          </a:p>
        </p:txBody>
      </p:sp>
      <p:sp>
        <p:nvSpPr>
          <p:cNvPr id="41" name="Shape 39"/>
          <p:cNvSpPr/>
          <p:nvPr/>
        </p:nvSpPr>
        <p:spPr>
          <a:xfrm rot="8100000">
            <a:off x="8046720" y="3877056"/>
            <a:ext cx="365760" cy="109728"/>
          </a:xfrm>
          <a:prstGeom prst="ellipse">
            <a:avLst/>
          </a:prstGeom>
          <a:solidFill>
            <a:srgbClr val="FFFF00"/>
          </a:solidFill>
          <a:ln w="12700">
            <a:solidFill>
              <a:srgbClr val="FFFF00"/>
            </a:solidFill>
            <a:prstDash val="solid"/>
          </a:ln>
        </p:spPr>
        <p:txBody>
          <a:bodyPr/>
          <a:lstStyle/>
          <a:p>
            <a:endParaRPr lang="en-US"/>
          </a:p>
        </p:txBody>
      </p:sp>
      <p:sp>
        <p:nvSpPr>
          <p:cNvPr id="42" name="Shape 40"/>
          <p:cNvSpPr/>
          <p:nvPr/>
        </p:nvSpPr>
        <p:spPr>
          <a:xfrm>
            <a:off x="1097280" y="630936"/>
            <a:ext cx="365760" cy="109728"/>
          </a:xfrm>
          <a:prstGeom prst="ellipse">
            <a:avLst/>
          </a:prstGeom>
          <a:solidFill>
            <a:srgbClr val="FFFF00"/>
          </a:solidFill>
          <a:ln w="12700">
            <a:solidFill>
              <a:srgbClr val="FFFF00"/>
            </a:solidFill>
            <a:prstDash val="solid"/>
          </a:ln>
        </p:spPr>
        <p:txBody>
          <a:bodyPr/>
          <a:lstStyle/>
          <a:p>
            <a:endParaRPr lang="en-US"/>
          </a:p>
        </p:txBody>
      </p:sp>
      <p:sp>
        <p:nvSpPr>
          <p:cNvPr id="43" name="Shape 41"/>
          <p:cNvSpPr/>
          <p:nvPr/>
        </p:nvSpPr>
        <p:spPr>
          <a:xfrm rot="2700000">
            <a:off x="1097280" y="630936"/>
            <a:ext cx="365760" cy="109728"/>
          </a:xfrm>
          <a:prstGeom prst="ellipse">
            <a:avLst/>
          </a:prstGeom>
          <a:solidFill>
            <a:srgbClr val="FFFF00"/>
          </a:solidFill>
          <a:ln w="12700">
            <a:solidFill>
              <a:srgbClr val="FFFF00"/>
            </a:solidFill>
            <a:prstDash val="solid"/>
          </a:ln>
        </p:spPr>
        <p:txBody>
          <a:bodyPr/>
          <a:lstStyle/>
          <a:p>
            <a:endParaRPr lang="en-US"/>
          </a:p>
        </p:txBody>
      </p:sp>
      <p:sp>
        <p:nvSpPr>
          <p:cNvPr id="44" name="Shape 42"/>
          <p:cNvSpPr/>
          <p:nvPr/>
        </p:nvSpPr>
        <p:spPr>
          <a:xfrm rot="5400000">
            <a:off x="1097280" y="630936"/>
            <a:ext cx="365760" cy="109728"/>
          </a:xfrm>
          <a:prstGeom prst="ellipse">
            <a:avLst/>
          </a:prstGeom>
          <a:solidFill>
            <a:srgbClr val="FFFF00"/>
          </a:solidFill>
          <a:ln w="12700">
            <a:solidFill>
              <a:srgbClr val="FFFF00"/>
            </a:solidFill>
            <a:prstDash val="solid"/>
          </a:ln>
        </p:spPr>
        <p:txBody>
          <a:bodyPr/>
          <a:lstStyle/>
          <a:p>
            <a:endParaRPr lang="en-US"/>
          </a:p>
        </p:txBody>
      </p:sp>
      <p:sp>
        <p:nvSpPr>
          <p:cNvPr id="45" name="Shape 43"/>
          <p:cNvSpPr/>
          <p:nvPr/>
        </p:nvSpPr>
        <p:spPr>
          <a:xfrm rot="8100000">
            <a:off x="1097280" y="630936"/>
            <a:ext cx="365760" cy="109728"/>
          </a:xfrm>
          <a:prstGeom prst="ellipse">
            <a:avLst/>
          </a:prstGeom>
          <a:solidFill>
            <a:srgbClr val="FFFF00"/>
          </a:solidFill>
          <a:ln w="12700">
            <a:solidFill>
              <a:srgbClr val="FFFF00"/>
            </a:solidFill>
            <a:prstDash val="solid"/>
          </a:ln>
        </p:spPr>
        <p:txBody>
          <a:bodyPr/>
          <a:lstStyle/>
          <a:p>
            <a:endParaRPr lang="en-US"/>
          </a:p>
        </p:txBody>
      </p:sp>
      <p:sp>
        <p:nvSpPr>
          <p:cNvPr id="46" name="Shape 44"/>
          <p:cNvSpPr/>
          <p:nvPr/>
        </p:nvSpPr>
        <p:spPr>
          <a:xfrm>
            <a:off x="7315200" y="676656"/>
            <a:ext cx="365760" cy="109728"/>
          </a:xfrm>
          <a:prstGeom prst="ellipse">
            <a:avLst/>
          </a:prstGeom>
          <a:solidFill>
            <a:srgbClr val="FFFF00"/>
          </a:solidFill>
          <a:ln w="12700">
            <a:solidFill>
              <a:srgbClr val="FFFF00"/>
            </a:solidFill>
            <a:prstDash val="solid"/>
          </a:ln>
        </p:spPr>
        <p:txBody>
          <a:bodyPr/>
          <a:lstStyle/>
          <a:p>
            <a:endParaRPr lang="en-US"/>
          </a:p>
        </p:txBody>
      </p:sp>
      <p:sp>
        <p:nvSpPr>
          <p:cNvPr id="47" name="Shape 45"/>
          <p:cNvSpPr/>
          <p:nvPr/>
        </p:nvSpPr>
        <p:spPr>
          <a:xfrm rot="2700000">
            <a:off x="7315200" y="676656"/>
            <a:ext cx="365760" cy="109728"/>
          </a:xfrm>
          <a:prstGeom prst="ellipse">
            <a:avLst/>
          </a:prstGeom>
          <a:solidFill>
            <a:srgbClr val="FFFF00"/>
          </a:solidFill>
          <a:ln w="12700">
            <a:solidFill>
              <a:srgbClr val="FFFF00"/>
            </a:solidFill>
            <a:prstDash val="solid"/>
          </a:ln>
        </p:spPr>
        <p:txBody>
          <a:bodyPr/>
          <a:lstStyle/>
          <a:p>
            <a:endParaRPr lang="en-US"/>
          </a:p>
        </p:txBody>
      </p:sp>
      <p:sp>
        <p:nvSpPr>
          <p:cNvPr id="48" name="Shape 46"/>
          <p:cNvSpPr/>
          <p:nvPr/>
        </p:nvSpPr>
        <p:spPr>
          <a:xfrm rot="5400000">
            <a:off x="7315200" y="676656"/>
            <a:ext cx="365760" cy="109728"/>
          </a:xfrm>
          <a:prstGeom prst="ellipse">
            <a:avLst/>
          </a:prstGeom>
          <a:solidFill>
            <a:srgbClr val="FFFF00"/>
          </a:solidFill>
          <a:ln w="12700">
            <a:solidFill>
              <a:srgbClr val="FFFF00"/>
            </a:solidFill>
            <a:prstDash val="solid"/>
          </a:ln>
        </p:spPr>
        <p:txBody>
          <a:bodyPr/>
          <a:lstStyle/>
          <a:p>
            <a:endParaRPr lang="en-US"/>
          </a:p>
        </p:txBody>
      </p:sp>
      <p:sp>
        <p:nvSpPr>
          <p:cNvPr id="49" name="Shape 47"/>
          <p:cNvSpPr/>
          <p:nvPr/>
        </p:nvSpPr>
        <p:spPr>
          <a:xfrm rot="8100000">
            <a:off x="7315200" y="676656"/>
            <a:ext cx="365760" cy="109728"/>
          </a:xfrm>
          <a:prstGeom prst="ellipse">
            <a:avLst/>
          </a:prstGeom>
          <a:solidFill>
            <a:srgbClr val="FFFF00"/>
          </a:solidFill>
          <a:ln w="12700">
            <a:solidFill>
              <a:srgbClr val="FFFF00"/>
            </a:solidFill>
            <a:prstDash val="solid"/>
          </a:ln>
        </p:spPr>
        <p:txBody>
          <a:bodyPr/>
          <a:lstStyle/>
          <a:p>
            <a:endParaRPr lang="en-US"/>
          </a:p>
        </p:txBody>
      </p:sp>
      <p:sp>
        <p:nvSpPr>
          <p:cNvPr id="50" name="Shape 48"/>
          <p:cNvSpPr/>
          <p:nvPr/>
        </p:nvSpPr>
        <p:spPr>
          <a:xfrm>
            <a:off x="365760" y="804672"/>
            <a:ext cx="8412480" cy="1280160"/>
          </a:xfrm>
          <a:prstGeom prst="rect">
            <a:avLst/>
          </a:prstGeom>
          <a:solidFill>
            <a:srgbClr val="800000"/>
          </a:solidFill>
          <a:ln w="50800">
            <a:solidFill>
              <a:srgbClr val="FFFF00"/>
            </a:solidFill>
            <a:prstDash val="solid"/>
          </a:ln>
        </p:spPr>
        <p:txBody>
          <a:bodyPr/>
          <a:lstStyle/>
          <a:p>
            <a:endParaRPr lang="en-US"/>
          </a:p>
        </p:txBody>
      </p:sp>
      <p:sp>
        <p:nvSpPr>
          <p:cNvPr id="51" name="Text 49"/>
          <p:cNvSpPr/>
          <p:nvPr/>
        </p:nvSpPr>
        <p:spPr>
          <a:xfrm>
            <a:off x="420624" y="877824"/>
            <a:ext cx="8412480" cy="822960"/>
          </a:xfrm>
          <a:prstGeom prst="rect">
            <a:avLst/>
          </a:prstGeom>
          <a:noFill/>
          <a:ln/>
        </p:spPr>
        <p:txBody>
          <a:bodyPr wrap="square" rtlCol="0" anchor="ctr"/>
          <a:lstStyle/>
          <a:p>
            <a:pPr marL="0" indent="0" algn="ctr">
              <a:buNone/>
            </a:pPr>
            <a:r>
              <a:rPr lang="en-US" sz="3600" b="1" dirty="0">
                <a:solidFill>
                  <a:srgbClr val="000000"/>
                </a:solidFill>
                <a:latin typeface="Impact" pitchFamily="34" charset="0"/>
                <a:ea typeface="Impact" pitchFamily="34" charset="-122"/>
                <a:cs typeface="Impact" pitchFamily="34" charset="-120"/>
              </a:rPr>
              <a:t>SEVEN DOOMS FOR SANDPOINT</a:t>
            </a:r>
            <a:endParaRPr lang="en-US" sz="3600" dirty="0"/>
          </a:p>
        </p:txBody>
      </p:sp>
      <p:sp>
        <p:nvSpPr>
          <p:cNvPr id="52" name="Text 50"/>
          <p:cNvSpPr/>
          <p:nvPr/>
        </p:nvSpPr>
        <p:spPr>
          <a:xfrm>
            <a:off x="365760" y="822960"/>
            <a:ext cx="8412480" cy="822960"/>
          </a:xfrm>
          <a:prstGeom prst="rect">
            <a:avLst/>
          </a:prstGeom>
          <a:noFill/>
          <a:ln/>
        </p:spPr>
        <p:txBody>
          <a:bodyPr wrap="square" rtlCol="0" anchor="ctr"/>
          <a:lstStyle/>
          <a:p>
            <a:pPr marL="0" indent="0" algn="ctr">
              <a:buNone/>
            </a:pPr>
            <a:r>
              <a:rPr lang="en-US" sz="3600" b="1" dirty="0">
                <a:solidFill>
                  <a:srgbClr val="FFFF00"/>
                </a:solidFill>
                <a:latin typeface="Impact" pitchFamily="34" charset="0"/>
                <a:ea typeface="Impact" pitchFamily="34" charset="-122"/>
                <a:cs typeface="Impact" pitchFamily="34" charset="-120"/>
              </a:rPr>
              <a:t>SEVEN DOOMS FOR SANDPOINT</a:t>
            </a:r>
            <a:endParaRPr lang="en-US" sz="3600" dirty="0"/>
          </a:p>
        </p:txBody>
      </p:sp>
      <p:sp>
        <p:nvSpPr>
          <p:cNvPr id="53" name="Shape 51"/>
          <p:cNvSpPr/>
          <p:nvPr/>
        </p:nvSpPr>
        <p:spPr>
          <a:xfrm>
            <a:off x="1371600" y="2331720"/>
            <a:ext cx="6400800" cy="822960"/>
          </a:xfrm>
          <a:prstGeom prst="rect">
            <a:avLst/>
          </a:prstGeom>
          <a:solidFill>
            <a:srgbClr val="008080"/>
          </a:solidFill>
          <a:ln w="38100">
            <a:solidFill>
              <a:srgbClr val="00FF00"/>
            </a:solidFill>
            <a:prstDash val="solid"/>
          </a:ln>
        </p:spPr>
        <p:txBody>
          <a:bodyPr/>
          <a:lstStyle/>
          <a:p>
            <a:endParaRPr lang="en-US"/>
          </a:p>
        </p:txBody>
      </p:sp>
      <p:sp>
        <p:nvSpPr>
          <p:cNvPr id="54" name="Text 52"/>
          <p:cNvSpPr/>
          <p:nvPr/>
        </p:nvSpPr>
        <p:spPr>
          <a:xfrm>
            <a:off x="1371600" y="2331720"/>
            <a:ext cx="6400800" cy="822960"/>
          </a:xfrm>
          <a:prstGeom prst="rect">
            <a:avLst/>
          </a:prstGeom>
          <a:noFill/>
          <a:ln/>
        </p:spPr>
        <p:txBody>
          <a:bodyPr wrap="square" rtlCol="0" anchor="ctr"/>
          <a:lstStyle/>
          <a:p>
            <a:pPr marL="0" indent="0" algn="ctr">
              <a:buNone/>
            </a:pPr>
            <a:r>
              <a:rPr lang="en-US" sz="3200" b="1" dirty="0">
                <a:solidFill>
                  <a:srgbClr val="FFFFFF"/>
                </a:solidFill>
                <a:latin typeface="Impact" pitchFamily="34" charset="0"/>
                <a:ea typeface="Impact" pitchFamily="34" charset="-122"/>
                <a:cs typeface="Impact" pitchFamily="34" charset="-120"/>
              </a:rPr>
              <a:t>SESSION 0.0</a:t>
            </a:r>
            <a:endParaRPr lang="en-US" sz="3200" dirty="0"/>
          </a:p>
        </p:txBody>
      </p:sp>
      <p:sp>
        <p:nvSpPr>
          <p:cNvPr id="55" name="Text 53"/>
          <p:cNvSpPr/>
          <p:nvPr/>
        </p:nvSpPr>
        <p:spPr>
          <a:xfrm>
            <a:off x="1371600" y="3337560"/>
            <a:ext cx="6400800" cy="457200"/>
          </a:xfrm>
          <a:prstGeom prst="rect">
            <a:avLst/>
          </a:prstGeom>
          <a:noFill/>
          <a:ln/>
        </p:spPr>
        <p:txBody>
          <a:bodyPr wrap="square" rtlCol="0" anchor="ctr"/>
          <a:lstStyle/>
          <a:p>
            <a:pPr marL="0" indent="0" algn="ctr">
              <a:buNone/>
            </a:pPr>
            <a:r>
              <a:rPr lang="en-US" sz="2000" b="1" dirty="0">
                <a:solidFill>
                  <a:srgbClr val="00FFFF"/>
                </a:solidFill>
                <a:latin typeface="Comic Sans MS" pitchFamily="34" charset="0"/>
                <a:ea typeface="Comic Sans MS" pitchFamily="34" charset="-122"/>
                <a:cs typeface="Comic Sans MS" pitchFamily="34" charset="-120"/>
              </a:rPr>
              <a:t>&gt;&gt;&gt; PLAYER'S PREP GUIDE &lt;&lt;&lt;</a:t>
            </a:r>
            <a:endParaRPr lang="en-US" sz="2000" dirty="0"/>
          </a:p>
        </p:txBody>
      </p:sp>
      <p:sp>
        <p:nvSpPr>
          <p:cNvPr id="56" name="Text 54"/>
          <p:cNvSpPr/>
          <p:nvPr/>
        </p:nvSpPr>
        <p:spPr>
          <a:xfrm>
            <a:off x="457200" y="4480560"/>
            <a:ext cx="8229600" cy="365760"/>
          </a:xfrm>
          <a:prstGeom prst="rect">
            <a:avLst/>
          </a:prstGeom>
          <a:noFill/>
          <a:ln/>
        </p:spPr>
        <p:txBody>
          <a:bodyPr wrap="square" rtlCol="0" anchor="ctr"/>
          <a:lstStyle/>
          <a:p>
            <a:pPr marL="0" indent="0" algn="ctr">
              <a:buNone/>
            </a:pPr>
            <a:r>
              <a:rPr lang="en-US" sz="1400" i="1" dirty="0">
                <a:solidFill>
                  <a:srgbClr val="C0C0C0"/>
                </a:solidFill>
                <a:latin typeface="Comic Sans MS" pitchFamily="34" charset="0"/>
                <a:ea typeface="Comic Sans MS" pitchFamily="34" charset="-122"/>
                <a:cs typeface="Comic Sans MS" pitchFamily="34" charset="-120"/>
              </a:rPr>
              <a:t>~ Pathfinder 2e Adventure Path ~</a:t>
            </a:r>
            <a:endParaRPr lang="en-US" sz="1400" dirty="0"/>
          </a:p>
        </p:txBody>
      </p:sp>
      <p:sp>
        <p:nvSpPr>
          <p:cNvPr id="57" name="Shape 55"/>
          <p:cNvSpPr/>
          <p:nvPr/>
        </p:nvSpPr>
        <p:spPr>
          <a:xfrm>
            <a:off x="1371600" y="4160520"/>
            <a:ext cx="201168" cy="201168"/>
          </a:xfrm>
          <a:prstGeom prst="ellipse">
            <a:avLst/>
          </a:prstGeom>
          <a:solidFill>
            <a:srgbClr val="FFD700"/>
          </a:solidFill>
          <a:ln w="25400">
            <a:solidFill>
              <a:srgbClr val="FF8000"/>
            </a:solidFill>
            <a:prstDash val="solid"/>
          </a:ln>
        </p:spPr>
        <p:txBody>
          <a:bodyPr/>
          <a:lstStyle/>
          <a:p>
            <a:endParaRPr lang="en-US"/>
          </a:p>
        </p:txBody>
      </p:sp>
      <p:sp>
        <p:nvSpPr>
          <p:cNvPr id="58" name="Shape 56"/>
          <p:cNvSpPr/>
          <p:nvPr/>
        </p:nvSpPr>
        <p:spPr>
          <a:xfrm>
            <a:off x="2743200" y="4160520"/>
            <a:ext cx="201168" cy="201168"/>
          </a:xfrm>
          <a:prstGeom prst="ellipse">
            <a:avLst/>
          </a:prstGeom>
          <a:solidFill>
            <a:srgbClr val="FFD700"/>
          </a:solidFill>
          <a:ln w="25400">
            <a:solidFill>
              <a:srgbClr val="FF8000"/>
            </a:solidFill>
            <a:prstDash val="solid"/>
          </a:ln>
        </p:spPr>
        <p:txBody>
          <a:bodyPr/>
          <a:lstStyle/>
          <a:p>
            <a:endParaRPr lang="en-US"/>
          </a:p>
        </p:txBody>
      </p:sp>
      <p:sp>
        <p:nvSpPr>
          <p:cNvPr id="59" name="Shape 57"/>
          <p:cNvSpPr/>
          <p:nvPr/>
        </p:nvSpPr>
        <p:spPr>
          <a:xfrm>
            <a:off x="4114800" y="4160520"/>
            <a:ext cx="201168" cy="201168"/>
          </a:xfrm>
          <a:prstGeom prst="ellipse">
            <a:avLst/>
          </a:prstGeom>
          <a:solidFill>
            <a:srgbClr val="FFD700"/>
          </a:solidFill>
          <a:ln w="25400">
            <a:solidFill>
              <a:srgbClr val="FF8000"/>
            </a:solidFill>
            <a:prstDash val="solid"/>
          </a:ln>
        </p:spPr>
        <p:txBody>
          <a:bodyPr/>
          <a:lstStyle/>
          <a:p>
            <a:endParaRPr lang="en-US"/>
          </a:p>
        </p:txBody>
      </p:sp>
      <p:sp>
        <p:nvSpPr>
          <p:cNvPr id="60" name="Shape 58"/>
          <p:cNvSpPr/>
          <p:nvPr/>
        </p:nvSpPr>
        <p:spPr>
          <a:xfrm>
            <a:off x="5029200" y="4160520"/>
            <a:ext cx="201168" cy="201168"/>
          </a:xfrm>
          <a:prstGeom prst="ellipse">
            <a:avLst/>
          </a:prstGeom>
          <a:solidFill>
            <a:srgbClr val="FFD700"/>
          </a:solidFill>
          <a:ln w="25400">
            <a:solidFill>
              <a:srgbClr val="FF8000"/>
            </a:solidFill>
            <a:prstDash val="solid"/>
          </a:ln>
        </p:spPr>
        <p:txBody>
          <a:bodyPr/>
          <a:lstStyle/>
          <a:p>
            <a:endParaRPr lang="en-US"/>
          </a:p>
        </p:txBody>
      </p:sp>
      <p:sp>
        <p:nvSpPr>
          <p:cNvPr id="61" name="Shape 59"/>
          <p:cNvSpPr/>
          <p:nvPr/>
        </p:nvSpPr>
        <p:spPr>
          <a:xfrm>
            <a:off x="6400800" y="4160520"/>
            <a:ext cx="201168" cy="201168"/>
          </a:xfrm>
          <a:prstGeom prst="ellipse">
            <a:avLst/>
          </a:prstGeom>
          <a:solidFill>
            <a:srgbClr val="FFD700"/>
          </a:solidFill>
          <a:ln w="25400">
            <a:solidFill>
              <a:srgbClr val="FF8000"/>
            </a:solidFill>
            <a:prstDash val="solid"/>
          </a:ln>
        </p:spPr>
        <p:txBody>
          <a:bodyPr/>
          <a:lstStyle/>
          <a:p>
            <a:endParaRPr lang="en-US"/>
          </a:p>
        </p:txBody>
      </p:sp>
      <p:sp>
        <p:nvSpPr>
          <p:cNvPr id="62" name="Shape 60"/>
          <p:cNvSpPr/>
          <p:nvPr/>
        </p:nvSpPr>
        <p:spPr>
          <a:xfrm>
            <a:off x="7772400" y="4160520"/>
            <a:ext cx="201168" cy="201168"/>
          </a:xfrm>
          <a:prstGeom prst="ellipse">
            <a:avLst/>
          </a:prstGeom>
          <a:solidFill>
            <a:srgbClr val="FFD700"/>
          </a:solidFill>
          <a:ln w="25400">
            <a:solidFill>
              <a:srgbClr val="FF8000"/>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60066"/>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00FFFF"/>
          </a:solidFill>
          <a:ln w="12700">
            <a:solidFill>
              <a:srgbClr val="00FFFF"/>
            </a:solidFill>
            <a:prstDash val="solid"/>
          </a:ln>
        </p:spPr>
        <p:txBody>
          <a:bodyPr/>
          <a:lstStyle/>
          <a:p>
            <a:endParaRPr lang="en-US"/>
          </a:p>
        </p:txBody>
      </p:sp>
      <p:sp>
        <p:nvSpPr>
          <p:cNvPr id="3" name="Shape 1"/>
          <p:cNvSpPr/>
          <p:nvPr/>
        </p:nvSpPr>
        <p:spPr>
          <a:xfrm>
            <a:off x="0" y="4978908"/>
            <a:ext cx="9144000" cy="164592"/>
          </a:xfrm>
          <a:prstGeom prst="rect">
            <a:avLst/>
          </a:prstGeom>
          <a:solidFill>
            <a:srgbClr val="00FFFF"/>
          </a:solidFill>
          <a:ln w="12700">
            <a:solidFill>
              <a:srgbClr val="00FFFF"/>
            </a:solidFill>
            <a:prstDash val="solid"/>
          </a:ln>
        </p:spPr>
        <p:txBody>
          <a:bodyPr/>
          <a:lstStyle/>
          <a:p>
            <a:endParaRPr lang="en-US"/>
          </a:p>
        </p:txBody>
      </p:sp>
      <p:sp>
        <p:nvSpPr>
          <p:cNvPr id="4" name="Shape 2"/>
          <p:cNvSpPr/>
          <p:nvPr/>
        </p:nvSpPr>
        <p:spPr>
          <a:xfrm>
            <a:off x="0" y="0"/>
            <a:ext cx="164592" cy="5143500"/>
          </a:xfrm>
          <a:prstGeom prst="rect">
            <a:avLst/>
          </a:prstGeom>
          <a:solidFill>
            <a:srgbClr val="00FFFF"/>
          </a:solidFill>
          <a:ln w="12700">
            <a:solidFill>
              <a:srgbClr val="00FFFF"/>
            </a:solidFill>
            <a:prstDash val="solid"/>
          </a:ln>
        </p:spPr>
        <p:txBody>
          <a:bodyPr/>
          <a:lstStyle/>
          <a:p>
            <a:endParaRPr lang="en-US"/>
          </a:p>
        </p:txBody>
      </p:sp>
      <p:sp>
        <p:nvSpPr>
          <p:cNvPr id="5" name="Shape 3"/>
          <p:cNvSpPr/>
          <p:nvPr/>
        </p:nvSpPr>
        <p:spPr>
          <a:xfrm>
            <a:off x="8979408" y="0"/>
            <a:ext cx="164592" cy="5143500"/>
          </a:xfrm>
          <a:prstGeom prst="rect">
            <a:avLst/>
          </a:prstGeom>
          <a:solidFill>
            <a:srgbClr val="00FFFF"/>
          </a:solidFill>
          <a:ln w="12700">
            <a:solidFill>
              <a:srgbClr val="00FFFF"/>
            </a:solidFill>
            <a:prstDash val="solid"/>
          </a:ln>
        </p:spPr>
        <p:txBody>
          <a:bodyPr/>
          <a:lstStyle/>
          <a:p>
            <a:endParaRPr lang="en-US"/>
          </a:p>
        </p:txBody>
      </p:sp>
      <p:sp>
        <p:nvSpPr>
          <p:cNvPr id="6" name="Shape 4"/>
          <p:cNvSpPr/>
          <p:nvPr/>
        </p:nvSpPr>
        <p:spPr>
          <a:xfrm>
            <a:off x="0" y="164592"/>
            <a:ext cx="914400" cy="256032"/>
          </a:xfrm>
          <a:prstGeom prst="rect">
            <a:avLst/>
          </a:prstGeom>
          <a:solidFill>
            <a:srgbClr val="FFFF00"/>
          </a:solidFill>
          <a:ln w="12700">
            <a:solidFill>
              <a:srgbClr val="FFFF00"/>
            </a:solidFill>
            <a:prstDash val="solid"/>
          </a:ln>
        </p:spPr>
        <p:txBody>
          <a:bodyPr/>
          <a:lstStyle/>
          <a:p>
            <a:endParaRPr lang="en-US"/>
          </a:p>
        </p:txBody>
      </p:sp>
      <p:sp>
        <p:nvSpPr>
          <p:cNvPr id="7" name="Shape 5"/>
          <p:cNvSpPr/>
          <p:nvPr/>
        </p:nvSpPr>
        <p:spPr>
          <a:xfrm>
            <a:off x="914400" y="164592"/>
            <a:ext cx="914400" cy="256032"/>
          </a:xfrm>
          <a:prstGeom prst="rect">
            <a:avLst/>
          </a:prstGeom>
          <a:solidFill>
            <a:srgbClr val="FF69B4"/>
          </a:solidFill>
          <a:ln w="12700">
            <a:solidFill>
              <a:srgbClr val="FF69B4"/>
            </a:solidFill>
            <a:prstDash val="solid"/>
          </a:ln>
        </p:spPr>
        <p:txBody>
          <a:bodyPr/>
          <a:lstStyle/>
          <a:p>
            <a:endParaRPr lang="en-US"/>
          </a:p>
        </p:txBody>
      </p:sp>
      <p:sp>
        <p:nvSpPr>
          <p:cNvPr id="8" name="Shape 6"/>
          <p:cNvSpPr/>
          <p:nvPr/>
        </p:nvSpPr>
        <p:spPr>
          <a:xfrm>
            <a:off x="1828800" y="164592"/>
            <a:ext cx="914400" cy="256032"/>
          </a:xfrm>
          <a:prstGeom prst="rect">
            <a:avLst/>
          </a:prstGeom>
          <a:solidFill>
            <a:srgbClr val="00FF00"/>
          </a:solidFill>
          <a:ln w="12700">
            <a:solidFill>
              <a:srgbClr val="00FF00"/>
            </a:solidFill>
            <a:prstDash val="solid"/>
          </a:ln>
        </p:spPr>
        <p:txBody>
          <a:bodyPr/>
          <a:lstStyle/>
          <a:p>
            <a:endParaRPr lang="en-US"/>
          </a:p>
        </p:txBody>
      </p:sp>
      <p:sp>
        <p:nvSpPr>
          <p:cNvPr id="9" name="Shape 7"/>
          <p:cNvSpPr/>
          <p:nvPr/>
        </p:nvSpPr>
        <p:spPr>
          <a:xfrm>
            <a:off x="2743200" y="164592"/>
            <a:ext cx="914400" cy="256032"/>
          </a:xfrm>
          <a:prstGeom prst="rect">
            <a:avLst/>
          </a:prstGeom>
          <a:solidFill>
            <a:srgbClr val="00FFFF"/>
          </a:solidFill>
          <a:ln w="12700">
            <a:solidFill>
              <a:srgbClr val="00FFFF"/>
            </a:solidFill>
            <a:prstDash val="solid"/>
          </a:ln>
        </p:spPr>
        <p:txBody>
          <a:bodyPr/>
          <a:lstStyle/>
          <a:p>
            <a:endParaRPr lang="en-US"/>
          </a:p>
        </p:txBody>
      </p:sp>
      <p:sp>
        <p:nvSpPr>
          <p:cNvPr id="10" name="Shape 8"/>
          <p:cNvSpPr/>
          <p:nvPr/>
        </p:nvSpPr>
        <p:spPr>
          <a:xfrm>
            <a:off x="3657600" y="164592"/>
            <a:ext cx="914400" cy="256032"/>
          </a:xfrm>
          <a:prstGeom prst="rect">
            <a:avLst/>
          </a:prstGeom>
          <a:solidFill>
            <a:srgbClr val="FF8000"/>
          </a:solidFill>
          <a:ln w="12700">
            <a:solidFill>
              <a:srgbClr val="FF8000"/>
            </a:solidFill>
            <a:prstDash val="solid"/>
          </a:ln>
        </p:spPr>
        <p:txBody>
          <a:bodyPr/>
          <a:lstStyle/>
          <a:p>
            <a:endParaRPr lang="en-US"/>
          </a:p>
        </p:txBody>
      </p:sp>
      <p:sp>
        <p:nvSpPr>
          <p:cNvPr id="11" name="Shape 9"/>
          <p:cNvSpPr/>
          <p:nvPr/>
        </p:nvSpPr>
        <p:spPr>
          <a:xfrm>
            <a:off x="4572000" y="164592"/>
            <a:ext cx="914400" cy="256032"/>
          </a:xfrm>
          <a:prstGeom prst="rect">
            <a:avLst/>
          </a:prstGeom>
          <a:solidFill>
            <a:srgbClr val="FF0000"/>
          </a:solidFill>
          <a:ln w="12700">
            <a:solidFill>
              <a:srgbClr val="FF0000"/>
            </a:solidFill>
            <a:prstDash val="solid"/>
          </a:ln>
        </p:spPr>
        <p:txBody>
          <a:bodyPr/>
          <a:lstStyle/>
          <a:p>
            <a:endParaRPr lang="en-US"/>
          </a:p>
        </p:txBody>
      </p:sp>
      <p:sp>
        <p:nvSpPr>
          <p:cNvPr id="12" name="Shape 10"/>
          <p:cNvSpPr/>
          <p:nvPr/>
        </p:nvSpPr>
        <p:spPr>
          <a:xfrm>
            <a:off x="5486400" y="164592"/>
            <a:ext cx="914400" cy="256032"/>
          </a:xfrm>
          <a:prstGeom prst="rect">
            <a:avLst/>
          </a:prstGeom>
          <a:solidFill>
            <a:srgbClr val="FFFF00"/>
          </a:solidFill>
          <a:ln w="12700">
            <a:solidFill>
              <a:srgbClr val="FFFF00"/>
            </a:solidFill>
            <a:prstDash val="solid"/>
          </a:ln>
        </p:spPr>
        <p:txBody>
          <a:bodyPr/>
          <a:lstStyle/>
          <a:p>
            <a:endParaRPr lang="en-US"/>
          </a:p>
        </p:txBody>
      </p:sp>
      <p:sp>
        <p:nvSpPr>
          <p:cNvPr id="13" name="Shape 11"/>
          <p:cNvSpPr/>
          <p:nvPr/>
        </p:nvSpPr>
        <p:spPr>
          <a:xfrm>
            <a:off x="6400800" y="164592"/>
            <a:ext cx="914400" cy="256032"/>
          </a:xfrm>
          <a:prstGeom prst="rect">
            <a:avLst/>
          </a:prstGeom>
          <a:solidFill>
            <a:srgbClr val="FF69B4"/>
          </a:solidFill>
          <a:ln w="12700">
            <a:solidFill>
              <a:srgbClr val="FF69B4"/>
            </a:solidFill>
            <a:prstDash val="solid"/>
          </a:ln>
        </p:spPr>
        <p:txBody>
          <a:bodyPr/>
          <a:lstStyle/>
          <a:p>
            <a:endParaRPr lang="en-US"/>
          </a:p>
        </p:txBody>
      </p:sp>
      <p:sp>
        <p:nvSpPr>
          <p:cNvPr id="14" name="Shape 12"/>
          <p:cNvSpPr/>
          <p:nvPr/>
        </p:nvSpPr>
        <p:spPr>
          <a:xfrm>
            <a:off x="7315200" y="164592"/>
            <a:ext cx="914400" cy="256032"/>
          </a:xfrm>
          <a:prstGeom prst="rect">
            <a:avLst/>
          </a:prstGeom>
          <a:solidFill>
            <a:srgbClr val="00FF00"/>
          </a:solidFill>
          <a:ln w="12700">
            <a:solidFill>
              <a:srgbClr val="00FF00"/>
            </a:solidFill>
            <a:prstDash val="solid"/>
          </a:ln>
        </p:spPr>
        <p:txBody>
          <a:bodyPr/>
          <a:lstStyle/>
          <a:p>
            <a:endParaRPr lang="en-US"/>
          </a:p>
        </p:txBody>
      </p:sp>
      <p:sp>
        <p:nvSpPr>
          <p:cNvPr id="15" name="Shape 13"/>
          <p:cNvSpPr/>
          <p:nvPr/>
        </p:nvSpPr>
        <p:spPr>
          <a:xfrm>
            <a:off x="8229600" y="164592"/>
            <a:ext cx="914400" cy="256032"/>
          </a:xfrm>
          <a:prstGeom prst="rect">
            <a:avLst/>
          </a:prstGeom>
          <a:solidFill>
            <a:srgbClr val="00FFFF"/>
          </a:solidFill>
          <a:ln w="12700">
            <a:solidFill>
              <a:srgbClr val="00FFFF"/>
            </a:solidFill>
            <a:prstDash val="solid"/>
          </a:ln>
        </p:spPr>
        <p:txBody>
          <a:bodyPr/>
          <a:lstStyle/>
          <a:p>
            <a:endParaRPr lang="en-US"/>
          </a:p>
        </p:txBody>
      </p:sp>
      <p:sp>
        <p:nvSpPr>
          <p:cNvPr id="16" name="Shape 14"/>
          <p:cNvSpPr/>
          <p:nvPr/>
        </p:nvSpPr>
        <p:spPr>
          <a:xfrm>
            <a:off x="137160" y="1051560"/>
            <a:ext cx="347472" cy="347472"/>
          </a:xfrm>
          <a:prstGeom prst="ellipse">
            <a:avLst/>
          </a:prstGeom>
          <a:solidFill>
            <a:srgbClr val="FFFFFF"/>
          </a:solidFill>
          <a:ln w="25400">
            <a:solidFill>
              <a:srgbClr val="C0C0C0"/>
            </a:solidFill>
            <a:prstDash val="solid"/>
          </a:ln>
        </p:spPr>
        <p:txBody>
          <a:bodyPr/>
          <a:lstStyle/>
          <a:p>
            <a:endParaRPr lang="en-US"/>
          </a:p>
        </p:txBody>
      </p:sp>
      <p:sp>
        <p:nvSpPr>
          <p:cNvPr id="17" name="Text 15"/>
          <p:cNvSpPr/>
          <p:nvPr/>
        </p:nvSpPr>
        <p:spPr>
          <a:xfrm>
            <a:off x="109728" y="1033272"/>
            <a:ext cx="420624" cy="402336"/>
          </a:xfrm>
          <a:prstGeom prst="rect">
            <a:avLst/>
          </a:prstGeom>
          <a:noFill/>
          <a:ln/>
        </p:spPr>
        <p:txBody>
          <a:bodyPr wrap="square" rtlCol="0" anchor="ctr"/>
          <a:lstStyle/>
          <a:p>
            <a:pPr marL="0" indent="0" algn="ctr">
              <a:buNone/>
            </a:pPr>
            <a:r>
              <a:rPr lang="en-US" sz="1300" dirty="0">
                <a:solidFill>
                  <a:srgbClr val="000000"/>
                </a:solidFill>
              </a:rPr>
              <a:t>👻</a:t>
            </a:r>
            <a:endParaRPr lang="en-US" sz="1300" dirty="0"/>
          </a:p>
        </p:txBody>
      </p:sp>
      <p:sp>
        <p:nvSpPr>
          <p:cNvPr id="18" name="Shape 16"/>
          <p:cNvSpPr/>
          <p:nvPr/>
        </p:nvSpPr>
        <p:spPr>
          <a:xfrm>
            <a:off x="8412480" y="1051560"/>
            <a:ext cx="347472" cy="347472"/>
          </a:xfrm>
          <a:prstGeom prst="ellipse">
            <a:avLst/>
          </a:prstGeom>
          <a:solidFill>
            <a:srgbClr val="FFFFFF"/>
          </a:solidFill>
          <a:ln w="25400">
            <a:solidFill>
              <a:srgbClr val="C0C0C0"/>
            </a:solidFill>
            <a:prstDash val="solid"/>
          </a:ln>
        </p:spPr>
        <p:txBody>
          <a:bodyPr/>
          <a:lstStyle/>
          <a:p>
            <a:endParaRPr lang="en-US"/>
          </a:p>
        </p:txBody>
      </p:sp>
      <p:sp>
        <p:nvSpPr>
          <p:cNvPr id="19" name="Text 17"/>
          <p:cNvSpPr/>
          <p:nvPr/>
        </p:nvSpPr>
        <p:spPr>
          <a:xfrm>
            <a:off x="8385048" y="1033272"/>
            <a:ext cx="420624" cy="402336"/>
          </a:xfrm>
          <a:prstGeom prst="rect">
            <a:avLst/>
          </a:prstGeom>
          <a:noFill/>
          <a:ln/>
        </p:spPr>
        <p:txBody>
          <a:bodyPr wrap="square" rtlCol="0" anchor="ctr"/>
          <a:lstStyle/>
          <a:p>
            <a:pPr marL="0" indent="0" algn="ctr">
              <a:buNone/>
            </a:pPr>
            <a:r>
              <a:rPr lang="en-US" sz="1300" dirty="0">
                <a:solidFill>
                  <a:srgbClr val="000000"/>
                </a:solidFill>
              </a:rPr>
              <a:t>👻</a:t>
            </a:r>
            <a:endParaRPr lang="en-US" sz="1300" dirty="0"/>
          </a:p>
        </p:txBody>
      </p:sp>
      <p:sp>
        <p:nvSpPr>
          <p:cNvPr id="20" name="Shape 18"/>
          <p:cNvSpPr/>
          <p:nvPr/>
        </p:nvSpPr>
        <p:spPr>
          <a:xfrm>
            <a:off x="137160" y="3840480"/>
            <a:ext cx="347472" cy="347472"/>
          </a:xfrm>
          <a:prstGeom prst="ellipse">
            <a:avLst/>
          </a:prstGeom>
          <a:solidFill>
            <a:srgbClr val="FFFFFF"/>
          </a:solidFill>
          <a:ln w="25400">
            <a:solidFill>
              <a:srgbClr val="C0C0C0"/>
            </a:solidFill>
            <a:prstDash val="solid"/>
          </a:ln>
        </p:spPr>
        <p:txBody>
          <a:bodyPr/>
          <a:lstStyle/>
          <a:p>
            <a:endParaRPr lang="en-US"/>
          </a:p>
        </p:txBody>
      </p:sp>
      <p:sp>
        <p:nvSpPr>
          <p:cNvPr id="21" name="Text 19"/>
          <p:cNvSpPr/>
          <p:nvPr/>
        </p:nvSpPr>
        <p:spPr>
          <a:xfrm>
            <a:off x="109728" y="3822192"/>
            <a:ext cx="420624" cy="402336"/>
          </a:xfrm>
          <a:prstGeom prst="rect">
            <a:avLst/>
          </a:prstGeom>
          <a:noFill/>
          <a:ln/>
        </p:spPr>
        <p:txBody>
          <a:bodyPr wrap="square" rtlCol="0" anchor="ctr"/>
          <a:lstStyle/>
          <a:p>
            <a:pPr marL="0" indent="0" algn="ctr">
              <a:buNone/>
            </a:pPr>
            <a:r>
              <a:rPr lang="en-US" sz="1300" dirty="0">
                <a:solidFill>
                  <a:srgbClr val="000000"/>
                </a:solidFill>
              </a:rPr>
              <a:t>👻</a:t>
            </a:r>
            <a:endParaRPr lang="en-US" sz="1300" dirty="0"/>
          </a:p>
        </p:txBody>
      </p:sp>
      <p:sp>
        <p:nvSpPr>
          <p:cNvPr id="22" name="Shape 20"/>
          <p:cNvSpPr/>
          <p:nvPr/>
        </p:nvSpPr>
        <p:spPr>
          <a:xfrm>
            <a:off x="8412480" y="3840480"/>
            <a:ext cx="347472" cy="347472"/>
          </a:xfrm>
          <a:prstGeom prst="ellipse">
            <a:avLst/>
          </a:prstGeom>
          <a:solidFill>
            <a:srgbClr val="FFFFFF"/>
          </a:solidFill>
          <a:ln w="25400">
            <a:solidFill>
              <a:srgbClr val="C0C0C0"/>
            </a:solidFill>
            <a:prstDash val="solid"/>
          </a:ln>
        </p:spPr>
        <p:txBody>
          <a:bodyPr/>
          <a:lstStyle/>
          <a:p>
            <a:endParaRPr lang="en-US"/>
          </a:p>
        </p:txBody>
      </p:sp>
      <p:sp>
        <p:nvSpPr>
          <p:cNvPr id="23" name="Text 21"/>
          <p:cNvSpPr/>
          <p:nvPr/>
        </p:nvSpPr>
        <p:spPr>
          <a:xfrm>
            <a:off x="8385048" y="3822192"/>
            <a:ext cx="420624" cy="402336"/>
          </a:xfrm>
          <a:prstGeom prst="rect">
            <a:avLst/>
          </a:prstGeom>
          <a:noFill/>
          <a:ln/>
        </p:spPr>
        <p:txBody>
          <a:bodyPr wrap="square" rtlCol="0" anchor="ctr"/>
          <a:lstStyle/>
          <a:p>
            <a:pPr marL="0" indent="0" algn="ctr">
              <a:buNone/>
            </a:pPr>
            <a:r>
              <a:rPr lang="en-US" sz="1300" dirty="0">
                <a:solidFill>
                  <a:srgbClr val="000000"/>
                </a:solidFill>
              </a:rPr>
              <a:t>👻</a:t>
            </a:r>
            <a:endParaRPr lang="en-US" sz="1300" dirty="0"/>
          </a:p>
        </p:txBody>
      </p:sp>
      <p:sp>
        <p:nvSpPr>
          <p:cNvPr id="24" name="Shape 22"/>
          <p:cNvSpPr/>
          <p:nvPr/>
        </p:nvSpPr>
        <p:spPr>
          <a:xfrm>
            <a:off x="274320" y="493776"/>
            <a:ext cx="8595360" cy="658368"/>
          </a:xfrm>
          <a:prstGeom prst="rect">
            <a:avLst/>
          </a:prstGeom>
          <a:solidFill>
            <a:srgbClr val="FF69B4"/>
          </a:solidFill>
          <a:ln w="38100">
            <a:solidFill>
              <a:srgbClr val="FFFF00"/>
            </a:solidFill>
            <a:prstDash val="solid"/>
          </a:ln>
        </p:spPr>
        <p:txBody>
          <a:bodyPr/>
          <a:lstStyle/>
          <a:p>
            <a:endParaRPr lang="en-US"/>
          </a:p>
        </p:txBody>
      </p:sp>
      <p:sp>
        <p:nvSpPr>
          <p:cNvPr id="25" name="Text 23"/>
          <p:cNvSpPr/>
          <p:nvPr/>
        </p:nvSpPr>
        <p:spPr>
          <a:xfrm>
            <a:off x="274320" y="493776"/>
            <a:ext cx="8595360" cy="658368"/>
          </a:xfrm>
          <a:prstGeom prst="rect">
            <a:avLst/>
          </a:prstGeom>
          <a:noFill/>
          <a:ln/>
        </p:spPr>
        <p:txBody>
          <a:bodyPr wrap="square" rtlCol="0" anchor="ctr"/>
          <a:lstStyle/>
          <a:p>
            <a:pPr marL="0" indent="0" algn="ctr">
              <a:buNone/>
            </a:pPr>
            <a:r>
              <a:rPr lang="en-US" sz="2600" b="1" dirty="0">
                <a:solidFill>
                  <a:srgbClr val="FFFFFF"/>
                </a:solidFill>
                <a:latin typeface="Impact" pitchFamily="34" charset="0"/>
                <a:ea typeface="Impact" pitchFamily="34" charset="-122"/>
                <a:cs typeface="Impact" pitchFamily="34" charset="-120"/>
              </a:rPr>
              <a:t>DEBRIEFING: SEASON OF GHOSTS</a:t>
            </a:r>
            <a:endParaRPr lang="en-US" sz="2600" dirty="0"/>
          </a:p>
        </p:txBody>
      </p:sp>
      <p:sp>
        <p:nvSpPr>
          <p:cNvPr id="26" name="Shape 24"/>
          <p:cNvSpPr/>
          <p:nvPr/>
        </p:nvSpPr>
        <p:spPr>
          <a:xfrm>
            <a:off x="274320" y="1234440"/>
            <a:ext cx="8595360" cy="3703320"/>
          </a:xfrm>
          <a:prstGeom prst="rect">
            <a:avLst/>
          </a:prstGeom>
          <a:solidFill>
            <a:srgbClr val="220022"/>
          </a:solidFill>
          <a:ln w="25400">
            <a:solidFill>
              <a:srgbClr val="00FFFF"/>
            </a:solidFill>
            <a:prstDash val="solid"/>
          </a:ln>
        </p:spPr>
        <p:txBody>
          <a:bodyPr/>
          <a:lstStyle/>
          <a:p>
            <a:endParaRPr lang="en-US"/>
          </a:p>
        </p:txBody>
      </p:sp>
      <p:sp>
        <p:nvSpPr>
          <p:cNvPr id="27" name="Text 25"/>
          <p:cNvSpPr/>
          <p:nvPr/>
        </p:nvSpPr>
        <p:spPr>
          <a:xfrm>
            <a:off x="502920" y="1371600"/>
            <a:ext cx="8229600" cy="3429000"/>
          </a:xfrm>
          <a:prstGeom prst="rect">
            <a:avLst/>
          </a:prstGeom>
          <a:noFill/>
          <a:ln/>
        </p:spPr>
        <p:txBody>
          <a:bodyPr wrap="square" rtlCol="0" anchor="ctr"/>
          <a:lstStyle/>
          <a:p>
            <a:pPr marL="0" indent="0">
              <a:buNone/>
            </a:pPr>
            <a:r>
              <a:rPr lang="en-US" sz="1500" b="1" dirty="0">
                <a:solidFill>
                  <a:srgbClr val="00FFFF"/>
                </a:solidFill>
                <a:latin typeface="Comic Sans MS" pitchFamily="34" charset="0"/>
                <a:ea typeface="Comic Sans MS" pitchFamily="34" charset="-122"/>
                <a:cs typeface="Comic Sans MS" pitchFamily="34" charset="-120"/>
              </a:rPr>
              <a:t>⭐  What did you LIKE about Season of Ghosts?
</a:t>
            </a:r>
            <a:r>
              <a:rPr lang="en-US" sz="600" dirty="0">
                <a:solidFill>
                  <a:srgbClr val="000000"/>
                </a:solidFill>
              </a:rPr>
              <a:t>
</a:t>
            </a:r>
            <a:r>
              <a:rPr lang="en-US" sz="1500" b="1" dirty="0">
                <a:solidFill>
                  <a:srgbClr val="FFFF00"/>
                </a:solidFill>
                <a:latin typeface="Comic Sans MS" pitchFamily="34" charset="0"/>
                <a:ea typeface="Comic Sans MS" pitchFamily="34" charset="-122"/>
                <a:cs typeface="Comic Sans MS" pitchFamily="34" charset="-120"/>
              </a:rPr>
              <a:t>💀  What did you DISLIKE?
</a:t>
            </a:r>
            <a:r>
              <a:rPr lang="en-US" sz="600" dirty="0">
                <a:solidFill>
                  <a:srgbClr val="000000"/>
                </a:solidFill>
              </a:rPr>
              <a:t>
</a:t>
            </a:r>
            <a:r>
              <a:rPr lang="en-US" sz="1500" b="1" dirty="0">
                <a:solidFill>
                  <a:srgbClr val="00FFFF"/>
                </a:solidFill>
                <a:latin typeface="Comic Sans MS" pitchFamily="34" charset="0"/>
                <a:ea typeface="Comic Sans MS" pitchFamily="34" charset="-122"/>
                <a:cs typeface="Comic Sans MS" pitchFamily="34" charset="-120"/>
              </a:rPr>
              <a:t>❓  What mysteries still linger in your mind?
</a:t>
            </a:r>
            <a:r>
              <a:rPr lang="en-US" sz="600" dirty="0">
                <a:solidFill>
                  <a:srgbClr val="000000"/>
                </a:solidFill>
              </a:rPr>
              <a:t>
</a:t>
            </a:r>
            <a:r>
              <a:rPr lang="en-US" sz="1500" b="1" dirty="0">
                <a:solidFill>
                  <a:srgbClr val="FFFF00"/>
                </a:solidFill>
                <a:latin typeface="Comic Sans MS" pitchFamily="34" charset="0"/>
                <a:ea typeface="Comic Sans MS" pitchFamily="34" charset="-122"/>
                <a:cs typeface="Comic Sans MS" pitchFamily="34" charset="-120"/>
              </a:rPr>
              <a:t>🧵  Unresolved plot threads you care about?
</a:t>
            </a:r>
            <a:r>
              <a:rPr lang="en-US" sz="600" dirty="0">
                <a:solidFill>
                  <a:srgbClr val="000000"/>
                </a:solidFill>
              </a:rPr>
              <a:t>
</a:t>
            </a:r>
            <a:r>
              <a:rPr lang="en-US" sz="1500" b="1" dirty="0">
                <a:solidFill>
                  <a:srgbClr val="00FFFF"/>
                </a:solidFill>
                <a:latin typeface="Comic Sans MS" pitchFamily="34" charset="0"/>
                <a:ea typeface="Comic Sans MS" pitchFamily="34" charset="-122"/>
                <a:cs typeface="Comic Sans MS" pitchFamily="34" charset="-120"/>
              </a:rPr>
              <a:t>🔮  What would you have liked to go differently?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4400"/>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00FF00"/>
          </a:solidFill>
          <a:ln w="12700">
            <a:solidFill>
              <a:srgbClr val="00FF00"/>
            </a:solidFill>
            <a:prstDash val="solid"/>
          </a:ln>
        </p:spPr>
        <p:txBody>
          <a:bodyPr/>
          <a:lstStyle/>
          <a:p>
            <a:endParaRPr lang="en-US"/>
          </a:p>
        </p:txBody>
      </p:sp>
      <p:sp>
        <p:nvSpPr>
          <p:cNvPr id="3" name="Shape 1"/>
          <p:cNvSpPr/>
          <p:nvPr/>
        </p:nvSpPr>
        <p:spPr>
          <a:xfrm>
            <a:off x="0" y="4978908"/>
            <a:ext cx="9144000" cy="164592"/>
          </a:xfrm>
          <a:prstGeom prst="rect">
            <a:avLst/>
          </a:prstGeom>
          <a:solidFill>
            <a:srgbClr val="00FF00"/>
          </a:solidFill>
          <a:ln w="12700">
            <a:solidFill>
              <a:srgbClr val="00FF00"/>
            </a:solidFill>
            <a:prstDash val="solid"/>
          </a:ln>
        </p:spPr>
        <p:txBody>
          <a:bodyPr/>
          <a:lstStyle/>
          <a:p>
            <a:endParaRPr lang="en-US"/>
          </a:p>
        </p:txBody>
      </p:sp>
      <p:sp>
        <p:nvSpPr>
          <p:cNvPr id="4" name="Shape 2"/>
          <p:cNvSpPr/>
          <p:nvPr/>
        </p:nvSpPr>
        <p:spPr>
          <a:xfrm>
            <a:off x="0" y="0"/>
            <a:ext cx="164592" cy="5143500"/>
          </a:xfrm>
          <a:prstGeom prst="rect">
            <a:avLst/>
          </a:prstGeom>
          <a:solidFill>
            <a:srgbClr val="00FF00"/>
          </a:solidFill>
          <a:ln w="12700">
            <a:solidFill>
              <a:srgbClr val="00FF00"/>
            </a:solidFill>
            <a:prstDash val="solid"/>
          </a:ln>
        </p:spPr>
        <p:txBody>
          <a:bodyPr/>
          <a:lstStyle/>
          <a:p>
            <a:endParaRPr lang="en-US"/>
          </a:p>
        </p:txBody>
      </p:sp>
      <p:sp>
        <p:nvSpPr>
          <p:cNvPr id="5" name="Shape 3"/>
          <p:cNvSpPr/>
          <p:nvPr/>
        </p:nvSpPr>
        <p:spPr>
          <a:xfrm>
            <a:off x="8979408" y="0"/>
            <a:ext cx="164592" cy="5143500"/>
          </a:xfrm>
          <a:prstGeom prst="rect">
            <a:avLst/>
          </a:prstGeom>
          <a:solidFill>
            <a:srgbClr val="00FF00"/>
          </a:solidFill>
          <a:ln w="12700">
            <a:solidFill>
              <a:srgbClr val="00FF00"/>
            </a:solidFill>
            <a:prstDash val="solid"/>
          </a:ln>
        </p:spPr>
        <p:txBody>
          <a:bodyPr/>
          <a:lstStyle/>
          <a:p>
            <a:endParaRPr lang="en-US"/>
          </a:p>
        </p:txBody>
      </p:sp>
      <p:sp>
        <p:nvSpPr>
          <p:cNvPr id="6" name="Shape 4"/>
          <p:cNvSpPr/>
          <p:nvPr/>
        </p:nvSpPr>
        <p:spPr>
          <a:xfrm>
            <a:off x="0" y="164592"/>
            <a:ext cx="914400" cy="201168"/>
          </a:xfrm>
          <a:prstGeom prst="rect">
            <a:avLst/>
          </a:prstGeom>
          <a:solidFill>
            <a:srgbClr val="FF0000"/>
          </a:solidFill>
          <a:ln w="12700">
            <a:solidFill>
              <a:srgbClr val="FF0000"/>
            </a:solidFill>
            <a:prstDash val="solid"/>
          </a:ln>
        </p:spPr>
        <p:txBody>
          <a:bodyPr/>
          <a:lstStyle/>
          <a:p>
            <a:endParaRPr lang="en-US"/>
          </a:p>
        </p:txBody>
      </p:sp>
      <p:sp>
        <p:nvSpPr>
          <p:cNvPr id="7" name="Shape 5"/>
          <p:cNvSpPr/>
          <p:nvPr/>
        </p:nvSpPr>
        <p:spPr>
          <a:xfrm>
            <a:off x="914400" y="164592"/>
            <a:ext cx="914400" cy="201168"/>
          </a:xfrm>
          <a:prstGeom prst="rect">
            <a:avLst/>
          </a:prstGeom>
          <a:solidFill>
            <a:srgbClr val="FF8000"/>
          </a:solidFill>
          <a:ln w="12700">
            <a:solidFill>
              <a:srgbClr val="FF8000"/>
            </a:solidFill>
            <a:prstDash val="solid"/>
          </a:ln>
        </p:spPr>
        <p:txBody>
          <a:bodyPr/>
          <a:lstStyle/>
          <a:p>
            <a:endParaRPr lang="en-US"/>
          </a:p>
        </p:txBody>
      </p:sp>
      <p:sp>
        <p:nvSpPr>
          <p:cNvPr id="8" name="Shape 6"/>
          <p:cNvSpPr/>
          <p:nvPr/>
        </p:nvSpPr>
        <p:spPr>
          <a:xfrm>
            <a:off x="1828800" y="164592"/>
            <a:ext cx="914400" cy="201168"/>
          </a:xfrm>
          <a:prstGeom prst="rect">
            <a:avLst/>
          </a:prstGeom>
          <a:solidFill>
            <a:srgbClr val="FFFF00"/>
          </a:solidFill>
          <a:ln w="12700">
            <a:solidFill>
              <a:srgbClr val="FFFF00"/>
            </a:solidFill>
            <a:prstDash val="solid"/>
          </a:ln>
        </p:spPr>
        <p:txBody>
          <a:bodyPr/>
          <a:lstStyle/>
          <a:p>
            <a:endParaRPr lang="en-US"/>
          </a:p>
        </p:txBody>
      </p:sp>
      <p:sp>
        <p:nvSpPr>
          <p:cNvPr id="9" name="Shape 7"/>
          <p:cNvSpPr/>
          <p:nvPr/>
        </p:nvSpPr>
        <p:spPr>
          <a:xfrm>
            <a:off x="2743200" y="164592"/>
            <a:ext cx="914400" cy="201168"/>
          </a:xfrm>
          <a:prstGeom prst="rect">
            <a:avLst/>
          </a:prstGeom>
          <a:solidFill>
            <a:srgbClr val="00FF00"/>
          </a:solidFill>
          <a:ln w="12700">
            <a:solidFill>
              <a:srgbClr val="00FF00"/>
            </a:solidFill>
            <a:prstDash val="solid"/>
          </a:ln>
        </p:spPr>
        <p:txBody>
          <a:bodyPr/>
          <a:lstStyle/>
          <a:p>
            <a:endParaRPr lang="en-US"/>
          </a:p>
        </p:txBody>
      </p:sp>
      <p:sp>
        <p:nvSpPr>
          <p:cNvPr id="10" name="Shape 8"/>
          <p:cNvSpPr/>
          <p:nvPr/>
        </p:nvSpPr>
        <p:spPr>
          <a:xfrm>
            <a:off x="3657600" y="164592"/>
            <a:ext cx="914400" cy="201168"/>
          </a:xfrm>
          <a:prstGeom prst="rect">
            <a:avLst/>
          </a:prstGeom>
          <a:solidFill>
            <a:srgbClr val="00FFFF"/>
          </a:solidFill>
          <a:ln w="12700">
            <a:solidFill>
              <a:srgbClr val="00FFFF"/>
            </a:solidFill>
            <a:prstDash val="solid"/>
          </a:ln>
        </p:spPr>
        <p:txBody>
          <a:bodyPr/>
          <a:lstStyle/>
          <a:p>
            <a:endParaRPr lang="en-US"/>
          </a:p>
        </p:txBody>
      </p:sp>
      <p:sp>
        <p:nvSpPr>
          <p:cNvPr id="11" name="Shape 9"/>
          <p:cNvSpPr/>
          <p:nvPr/>
        </p:nvSpPr>
        <p:spPr>
          <a:xfrm>
            <a:off x="4572000" y="164592"/>
            <a:ext cx="914400" cy="201168"/>
          </a:xfrm>
          <a:prstGeom prst="rect">
            <a:avLst/>
          </a:prstGeom>
          <a:solidFill>
            <a:srgbClr val="0000FF"/>
          </a:solidFill>
          <a:ln w="12700">
            <a:solidFill>
              <a:srgbClr val="0000FF"/>
            </a:solidFill>
            <a:prstDash val="solid"/>
          </a:ln>
        </p:spPr>
        <p:txBody>
          <a:bodyPr/>
          <a:lstStyle/>
          <a:p>
            <a:endParaRPr lang="en-US"/>
          </a:p>
        </p:txBody>
      </p:sp>
      <p:sp>
        <p:nvSpPr>
          <p:cNvPr id="12" name="Shape 10"/>
          <p:cNvSpPr/>
          <p:nvPr/>
        </p:nvSpPr>
        <p:spPr>
          <a:xfrm>
            <a:off x="5486400" y="164592"/>
            <a:ext cx="914400" cy="201168"/>
          </a:xfrm>
          <a:prstGeom prst="rect">
            <a:avLst/>
          </a:prstGeom>
          <a:solidFill>
            <a:srgbClr val="800080"/>
          </a:solidFill>
          <a:ln w="12700">
            <a:solidFill>
              <a:srgbClr val="800080"/>
            </a:solidFill>
            <a:prstDash val="solid"/>
          </a:ln>
        </p:spPr>
        <p:txBody>
          <a:bodyPr/>
          <a:lstStyle/>
          <a:p>
            <a:endParaRPr lang="en-US"/>
          </a:p>
        </p:txBody>
      </p:sp>
      <p:sp>
        <p:nvSpPr>
          <p:cNvPr id="13" name="Shape 11"/>
          <p:cNvSpPr/>
          <p:nvPr/>
        </p:nvSpPr>
        <p:spPr>
          <a:xfrm>
            <a:off x="6400800" y="164592"/>
            <a:ext cx="914400" cy="201168"/>
          </a:xfrm>
          <a:prstGeom prst="rect">
            <a:avLst/>
          </a:prstGeom>
          <a:solidFill>
            <a:srgbClr val="FF00FF"/>
          </a:solidFill>
          <a:ln w="12700">
            <a:solidFill>
              <a:srgbClr val="FF00FF"/>
            </a:solidFill>
            <a:prstDash val="solid"/>
          </a:ln>
        </p:spPr>
        <p:txBody>
          <a:bodyPr/>
          <a:lstStyle/>
          <a:p>
            <a:endParaRPr lang="en-US"/>
          </a:p>
        </p:txBody>
      </p:sp>
      <p:sp>
        <p:nvSpPr>
          <p:cNvPr id="14" name="Shape 12"/>
          <p:cNvSpPr/>
          <p:nvPr/>
        </p:nvSpPr>
        <p:spPr>
          <a:xfrm>
            <a:off x="7315200" y="164592"/>
            <a:ext cx="914400" cy="201168"/>
          </a:xfrm>
          <a:prstGeom prst="rect">
            <a:avLst/>
          </a:prstGeom>
          <a:solidFill>
            <a:srgbClr val="FF69B4"/>
          </a:solidFill>
          <a:ln w="12700">
            <a:solidFill>
              <a:srgbClr val="FF69B4"/>
            </a:solidFill>
            <a:prstDash val="solid"/>
          </a:ln>
        </p:spPr>
        <p:txBody>
          <a:bodyPr/>
          <a:lstStyle/>
          <a:p>
            <a:endParaRPr lang="en-US"/>
          </a:p>
        </p:txBody>
      </p:sp>
      <p:sp>
        <p:nvSpPr>
          <p:cNvPr id="15" name="Shape 13"/>
          <p:cNvSpPr/>
          <p:nvPr/>
        </p:nvSpPr>
        <p:spPr>
          <a:xfrm>
            <a:off x="8229600" y="164592"/>
            <a:ext cx="914400" cy="201168"/>
          </a:xfrm>
          <a:prstGeom prst="rect">
            <a:avLst/>
          </a:prstGeom>
          <a:solidFill>
            <a:srgbClr val="FF8000"/>
          </a:solidFill>
          <a:ln w="12700">
            <a:solidFill>
              <a:srgbClr val="FF8000"/>
            </a:solidFill>
            <a:prstDash val="solid"/>
          </a:ln>
        </p:spPr>
        <p:txBody>
          <a:bodyPr/>
          <a:lstStyle/>
          <a:p>
            <a:endParaRPr lang="en-US"/>
          </a:p>
        </p:txBody>
      </p:sp>
      <p:sp>
        <p:nvSpPr>
          <p:cNvPr id="16" name="Shape 14"/>
          <p:cNvSpPr/>
          <p:nvPr/>
        </p:nvSpPr>
        <p:spPr>
          <a:xfrm>
            <a:off x="274320" y="420624"/>
            <a:ext cx="8595360" cy="658368"/>
          </a:xfrm>
          <a:prstGeom prst="rect">
            <a:avLst/>
          </a:prstGeom>
          <a:solidFill>
            <a:srgbClr val="800000"/>
          </a:solidFill>
          <a:ln w="38100">
            <a:solidFill>
              <a:srgbClr val="FFD700"/>
            </a:solidFill>
            <a:prstDash val="solid"/>
          </a:ln>
        </p:spPr>
        <p:txBody>
          <a:bodyPr/>
          <a:lstStyle/>
          <a:p>
            <a:endParaRPr lang="en-US"/>
          </a:p>
        </p:txBody>
      </p:sp>
      <p:sp>
        <p:nvSpPr>
          <p:cNvPr id="17" name="Text 15"/>
          <p:cNvSpPr/>
          <p:nvPr/>
        </p:nvSpPr>
        <p:spPr>
          <a:xfrm>
            <a:off x="274320" y="420624"/>
            <a:ext cx="8595360" cy="658368"/>
          </a:xfrm>
          <a:prstGeom prst="rect">
            <a:avLst/>
          </a:prstGeom>
          <a:noFill/>
          <a:ln/>
        </p:spPr>
        <p:txBody>
          <a:bodyPr wrap="square" rtlCol="0" anchor="ctr"/>
          <a:lstStyle/>
          <a:p>
            <a:pPr marL="0" indent="0" algn="ctr">
              <a:buNone/>
            </a:pPr>
            <a:r>
              <a:rPr lang="en-US" sz="2800" b="1" dirty="0">
                <a:solidFill>
                  <a:srgbClr val="FFD700"/>
                </a:solidFill>
                <a:latin typeface="Impact" pitchFamily="34" charset="0"/>
                <a:ea typeface="Impact" pitchFamily="34" charset="-122"/>
                <a:cs typeface="Impact" pitchFamily="34" charset="-120"/>
              </a:rPr>
              <a:t>CHARACTER CREATION GUIDE</a:t>
            </a:r>
            <a:endParaRPr lang="en-US" sz="2800" dirty="0"/>
          </a:p>
        </p:txBody>
      </p:sp>
      <p:sp>
        <p:nvSpPr>
          <p:cNvPr id="18" name="Shape 16"/>
          <p:cNvSpPr/>
          <p:nvPr/>
        </p:nvSpPr>
        <p:spPr>
          <a:xfrm>
            <a:off x="256032" y="1152144"/>
            <a:ext cx="4206240" cy="3794760"/>
          </a:xfrm>
          <a:prstGeom prst="rect">
            <a:avLst/>
          </a:prstGeom>
          <a:solidFill>
            <a:srgbClr val="001100"/>
          </a:solidFill>
          <a:ln w="25400">
            <a:solidFill>
              <a:srgbClr val="00FF00"/>
            </a:solidFill>
            <a:prstDash val="solid"/>
          </a:ln>
        </p:spPr>
        <p:txBody>
          <a:bodyPr/>
          <a:lstStyle/>
          <a:p>
            <a:endParaRPr lang="en-US"/>
          </a:p>
        </p:txBody>
      </p:sp>
      <p:sp>
        <p:nvSpPr>
          <p:cNvPr id="19" name="Shape 17"/>
          <p:cNvSpPr/>
          <p:nvPr/>
        </p:nvSpPr>
        <p:spPr>
          <a:xfrm>
            <a:off x="256032" y="1152144"/>
            <a:ext cx="4206240" cy="365760"/>
          </a:xfrm>
          <a:prstGeom prst="rect">
            <a:avLst/>
          </a:prstGeom>
          <a:solidFill>
            <a:srgbClr val="00FF00"/>
          </a:solidFill>
          <a:ln w="12700">
            <a:solidFill>
              <a:srgbClr val="00FF00"/>
            </a:solidFill>
            <a:prstDash val="solid"/>
          </a:ln>
        </p:spPr>
        <p:txBody>
          <a:bodyPr/>
          <a:lstStyle/>
          <a:p>
            <a:endParaRPr lang="en-US"/>
          </a:p>
        </p:txBody>
      </p:sp>
      <p:sp>
        <p:nvSpPr>
          <p:cNvPr id="20" name="Text 18"/>
          <p:cNvSpPr/>
          <p:nvPr/>
        </p:nvSpPr>
        <p:spPr>
          <a:xfrm>
            <a:off x="256032" y="1152144"/>
            <a:ext cx="4206240" cy="365760"/>
          </a:xfrm>
          <a:prstGeom prst="rect">
            <a:avLst/>
          </a:prstGeom>
          <a:noFill/>
          <a:ln/>
        </p:spPr>
        <p:txBody>
          <a:bodyPr wrap="square" rtlCol="0" anchor="ctr"/>
          <a:lstStyle/>
          <a:p>
            <a:pPr marL="0" indent="0" algn="ctr">
              <a:buNone/>
            </a:pPr>
            <a:r>
              <a:rPr lang="en-US" sz="1200" b="1" dirty="0">
                <a:solidFill>
                  <a:srgbClr val="000000"/>
                </a:solidFill>
                <a:latin typeface="Impact" pitchFamily="34" charset="0"/>
                <a:ea typeface="Impact" pitchFamily="34" charset="-122"/>
                <a:cs typeface="Impact" pitchFamily="34" charset="-120"/>
              </a:rPr>
              <a:t>STRONGLY RECOMMENDED</a:t>
            </a:r>
            <a:endParaRPr lang="en-US" sz="1200" dirty="0"/>
          </a:p>
        </p:txBody>
      </p:sp>
      <p:sp>
        <p:nvSpPr>
          <p:cNvPr id="21" name="Text 19"/>
          <p:cNvSpPr/>
          <p:nvPr/>
        </p:nvSpPr>
        <p:spPr>
          <a:xfrm>
            <a:off x="365760" y="1554480"/>
            <a:ext cx="3977640" cy="3337560"/>
          </a:xfrm>
          <a:prstGeom prst="rect">
            <a:avLst/>
          </a:prstGeom>
          <a:noFill/>
          <a:ln/>
        </p:spPr>
        <p:txBody>
          <a:bodyPr wrap="square" rtlCol="0" anchor="t"/>
          <a:lstStyle/>
          <a:p>
            <a:pPr marL="0" indent="0">
              <a:buNone/>
            </a:pPr>
            <a:r>
              <a:rPr lang="en-US" sz="1200" b="1" dirty="0">
                <a:solidFill>
                  <a:srgbClr val="00FF00"/>
                </a:solidFill>
                <a:latin typeface="Impact" pitchFamily="34" charset="0"/>
                <a:ea typeface="Impact" pitchFamily="34" charset="-122"/>
                <a:cs typeface="Impact" pitchFamily="34" charset="-120"/>
              </a:rPr>
              <a:t>ALIGNMENT: </a:t>
            </a:r>
            <a:r>
              <a:rPr lang="en-US" sz="1200" dirty="0">
                <a:solidFill>
                  <a:srgbClr val="FFFFFF"/>
                </a:solidFill>
                <a:latin typeface="Comic Sans MS" pitchFamily="34" charset="0"/>
                <a:ea typeface="Comic Sans MS" pitchFamily="34" charset="-122"/>
                <a:cs typeface="Comic Sans MS" pitchFamily="34" charset="-120"/>
              </a:rPr>
              <a:t>Any non-evil
</a:t>
            </a:r>
            <a:r>
              <a:rPr lang="en-US" sz="400" dirty="0">
                <a:solidFill>
                  <a:srgbClr val="000000"/>
                </a:solidFill>
              </a:rPr>
              <a:t>
</a:t>
            </a:r>
            <a:r>
              <a:rPr lang="en-US" sz="1200" b="1" dirty="0">
                <a:solidFill>
                  <a:srgbClr val="00FF00"/>
                </a:solidFill>
                <a:latin typeface="Impact" pitchFamily="34" charset="0"/>
                <a:ea typeface="Impact" pitchFamily="34" charset="-122"/>
                <a:cs typeface="Impact" pitchFamily="34" charset="-120"/>
              </a:rPr>
              <a:t>ANCESTRIES: </a:t>
            </a:r>
            <a:r>
              <a:rPr lang="en-US" sz="1200" dirty="0">
                <a:solidFill>
                  <a:srgbClr val="FFFFFF"/>
                </a:solidFill>
                <a:latin typeface="Comic Sans MS" pitchFamily="34" charset="0"/>
                <a:ea typeface="Comic Sans MS" pitchFamily="34" charset="-122"/>
                <a:cs typeface="Comic Sans MS" pitchFamily="34" charset="-120"/>
              </a:rPr>
              <a:t>Dwarf, Elf, Gnome, Goblin, Halfling, Half-Elf, Half-Orc, Human
</a:t>
            </a:r>
            <a:r>
              <a:rPr lang="en-US" sz="400" dirty="0">
                <a:solidFill>
                  <a:srgbClr val="000000"/>
                </a:solidFill>
              </a:rPr>
              <a:t>
</a:t>
            </a:r>
            <a:r>
              <a:rPr lang="en-US" sz="1200" b="1" dirty="0">
                <a:solidFill>
                  <a:srgbClr val="00FF00"/>
                </a:solidFill>
                <a:latin typeface="Impact" pitchFamily="34" charset="0"/>
                <a:ea typeface="Impact" pitchFamily="34" charset="-122"/>
                <a:cs typeface="Impact" pitchFamily="34" charset="-120"/>
              </a:rPr>
              <a:t>CLASSES: </a:t>
            </a:r>
            <a:r>
              <a:rPr lang="en-US" sz="1200" dirty="0">
                <a:solidFill>
                  <a:srgbClr val="FFFFFF"/>
                </a:solidFill>
                <a:latin typeface="Comic Sans MS" pitchFamily="34" charset="0"/>
                <a:ea typeface="Comic Sans MS" pitchFamily="34" charset="-122"/>
                <a:cs typeface="Comic Sans MS" pitchFamily="34" charset="-120"/>
              </a:rPr>
              <a:t>Alchemist, Bard, Cleric, Fighter, Rogue, Sorcerer, Thaumaturge, Witch, Wizard
</a:t>
            </a:r>
            <a:r>
              <a:rPr lang="en-US" sz="400" dirty="0">
                <a:solidFill>
                  <a:srgbClr val="000000"/>
                </a:solidFill>
              </a:rPr>
              <a:t>
</a:t>
            </a:r>
            <a:r>
              <a:rPr lang="en-US" sz="1200" b="1" dirty="0">
                <a:solidFill>
                  <a:srgbClr val="00FF00"/>
                </a:solidFill>
                <a:latin typeface="Impact" pitchFamily="34" charset="0"/>
                <a:ea typeface="Impact" pitchFamily="34" charset="-122"/>
                <a:cs typeface="Impact" pitchFamily="34" charset="-120"/>
              </a:rPr>
              <a:t>LANGUAGES: </a:t>
            </a:r>
            <a:r>
              <a:rPr lang="en-US" sz="1200" dirty="0">
                <a:solidFill>
                  <a:srgbClr val="FFFFFF"/>
                </a:solidFill>
                <a:latin typeface="Comic Sans MS" pitchFamily="34" charset="0"/>
                <a:ea typeface="Comic Sans MS" pitchFamily="34" charset="-122"/>
                <a:cs typeface="Comic Sans MS" pitchFamily="34" charset="-120"/>
              </a:rPr>
              <a:t>Common, Aklo, Thassilonian
</a:t>
            </a:r>
            <a:r>
              <a:rPr lang="en-US" sz="400" dirty="0">
                <a:solidFill>
                  <a:srgbClr val="000000"/>
                </a:solidFill>
              </a:rPr>
              <a:t>
</a:t>
            </a:r>
            <a:r>
              <a:rPr lang="en-US" sz="1200" b="1" dirty="0">
                <a:solidFill>
                  <a:srgbClr val="00FF00"/>
                </a:solidFill>
                <a:latin typeface="Impact" pitchFamily="34" charset="0"/>
                <a:ea typeface="Impact" pitchFamily="34" charset="-122"/>
                <a:cs typeface="Impact" pitchFamily="34" charset="-120"/>
              </a:rPr>
              <a:t>ARCHETYPES: </a:t>
            </a:r>
            <a:r>
              <a:rPr lang="en-US" sz="1200" dirty="0">
                <a:solidFill>
                  <a:srgbClr val="FFFFFF"/>
                </a:solidFill>
                <a:latin typeface="Comic Sans MS" pitchFamily="34" charset="0"/>
                <a:ea typeface="Comic Sans MS" pitchFamily="34" charset="-122"/>
                <a:cs typeface="Comic Sans MS" pitchFamily="34" charset="-120"/>
              </a:rPr>
              <a:t>Multiclass, Archaeologist, Loremaster, Runelord</a:t>
            </a:r>
            <a:endParaRPr lang="en-US" sz="1200" dirty="0"/>
          </a:p>
        </p:txBody>
      </p:sp>
      <p:sp>
        <p:nvSpPr>
          <p:cNvPr id="22" name="Shape 20"/>
          <p:cNvSpPr/>
          <p:nvPr/>
        </p:nvSpPr>
        <p:spPr>
          <a:xfrm>
            <a:off x="4681728" y="1152144"/>
            <a:ext cx="4206240" cy="3794760"/>
          </a:xfrm>
          <a:prstGeom prst="rect">
            <a:avLst/>
          </a:prstGeom>
          <a:solidFill>
            <a:srgbClr val="000022"/>
          </a:solidFill>
          <a:ln w="25400">
            <a:solidFill>
              <a:srgbClr val="00FFFF"/>
            </a:solidFill>
            <a:prstDash val="solid"/>
          </a:ln>
        </p:spPr>
        <p:txBody>
          <a:bodyPr/>
          <a:lstStyle/>
          <a:p>
            <a:endParaRPr lang="en-US"/>
          </a:p>
        </p:txBody>
      </p:sp>
      <p:sp>
        <p:nvSpPr>
          <p:cNvPr id="23" name="Shape 21"/>
          <p:cNvSpPr/>
          <p:nvPr/>
        </p:nvSpPr>
        <p:spPr>
          <a:xfrm>
            <a:off x="4681728" y="1152144"/>
            <a:ext cx="4206240" cy="365760"/>
          </a:xfrm>
          <a:prstGeom prst="rect">
            <a:avLst/>
          </a:prstGeom>
          <a:solidFill>
            <a:srgbClr val="008080"/>
          </a:solidFill>
          <a:ln w="12700">
            <a:solidFill>
              <a:srgbClr val="008080"/>
            </a:solidFill>
            <a:prstDash val="solid"/>
          </a:ln>
        </p:spPr>
        <p:txBody>
          <a:bodyPr/>
          <a:lstStyle/>
          <a:p>
            <a:endParaRPr lang="en-US"/>
          </a:p>
        </p:txBody>
      </p:sp>
      <p:sp>
        <p:nvSpPr>
          <p:cNvPr id="24" name="Text 22"/>
          <p:cNvSpPr/>
          <p:nvPr/>
        </p:nvSpPr>
        <p:spPr>
          <a:xfrm>
            <a:off x="4681728" y="1152144"/>
            <a:ext cx="4206240" cy="365760"/>
          </a:xfrm>
          <a:prstGeom prst="rect">
            <a:avLst/>
          </a:prstGeom>
          <a:noFill/>
          <a:ln/>
        </p:spPr>
        <p:txBody>
          <a:bodyPr wrap="square" rtlCol="0" anchor="ctr"/>
          <a:lstStyle/>
          <a:p>
            <a:pPr marL="0" indent="0" algn="ctr">
              <a:buNone/>
            </a:pPr>
            <a:r>
              <a:rPr lang="en-US" sz="1200" b="1" dirty="0">
                <a:solidFill>
                  <a:srgbClr val="FFFFFF"/>
                </a:solidFill>
                <a:latin typeface="Impact" pitchFamily="34" charset="0"/>
                <a:ea typeface="Impact" pitchFamily="34" charset="-122"/>
                <a:cs typeface="Impact" pitchFamily="34" charset="-120"/>
              </a:rPr>
              <a:t>ALSO RECOMMENDED</a:t>
            </a:r>
            <a:endParaRPr lang="en-US" sz="1200" dirty="0"/>
          </a:p>
        </p:txBody>
      </p:sp>
      <p:sp>
        <p:nvSpPr>
          <p:cNvPr id="25" name="Text 23"/>
          <p:cNvSpPr/>
          <p:nvPr/>
        </p:nvSpPr>
        <p:spPr>
          <a:xfrm>
            <a:off x="4800600" y="1554480"/>
            <a:ext cx="3977640" cy="3337560"/>
          </a:xfrm>
          <a:prstGeom prst="rect">
            <a:avLst/>
          </a:prstGeom>
          <a:noFill/>
          <a:ln/>
        </p:spPr>
        <p:txBody>
          <a:bodyPr wrap="square" rtlCol="0" anchor="t"/>
          <a:lstStyle/>
          <a:p>
            <a:pPr marL="0" indent="0">
              <a:buNone/>
            </a:pPr>
            <a:r>
              <a:rPr lang="en-US" sz="1200" b="1" dirty="0">
                <a:solidFill>
                  <a:srgbClr val="00FFFF"/>
                </a:solidFill>
                <a:latin typeface="Impact" pitchFamily="34" charset="0"/>
                <a:ea typeface="Impact" pitchFamily="34" charset="-122"/>
                <a:cs typeface="Impact" pitchFamily="34" charset="-120"/>
              </a:rPr>
              <a:t>ANCESTRIES: </a:t>
            </a:r>
            <a:r>
              <a:rPr lang="en-US" sz="1200" dirty="0">
                <a:solidFill>
                  <a:srgbClr val="FFFFFF"/>
                </a:solidFill>
                <a:latin typeface="Comic Sans MS" pitchFamily="34" charset="0"/>
                <a:ea typeface="Comic Sans MS" pitchFamily="34" charset="-122"/>
                <a:cs typeface="Comic Sans MS" pitchFamily="34" charset="-120"/>
              </a:rPr>
              <a:t>Changeling, Dhampir, Fleshwarp, Kobold, Orc, Planar Scion
</a:t>
            </a:r>
            <a:r>
              <a:rPr lang="en-US" sz="400" dirty="0">
                <a:solidFill>
                  <a:srgbClr val="000000"/>
                </a:solidFill>
              </a:rPr>
              <a:t>
</a:t>
            </a:r>
            <a:r>
              <a:rPr lang="en-US" sz="1200" b="1" dirty="0">
                <a:solidFill>
                  <a:srgbClr val="00FFFF"/>
                </a:solidFill>
                <a:latin typeface="Impact" pitchFamily="34" charset="0"/>
                <a:ea typeface="Impact" pitchFamily="34" charset="-122"/>
                <a:cs typeface="Impact" pitchFamily="34" charset="-120"/>
              </a:rPr>
              <a:t>CLASSES: </a:t>
            </a:r>
            <a:r>
              <a:rPr lang="en-US" sz="1200" dirty="0">
                <a:solidFill>
                  <a:srgbClr val="FFFFFF"/>
                </a:solidFill>
                <a:latin typeface="Comic Sans MS" pitchFamily="34" charset="0"/>
                <a:ea typeface="Comic Sans MS" pitchFamily="34" charset="-122"/>
                <a:cs typeface="Comic Sans MS" pitchFamily="34" charset="-120"/>
              </a:rPr>
              <a:t>Barbarian, Champion, Druid, Investigator, Kineticist, Magus, Monk, Oracle, Psychic, Ranger, Summoner, Swashbuckler
</a:t>
            </a:r>
            <a:r>
              <a:rPr lang="en-US" sz="400" dirty="0">
                <a:solidFill>
                  <a:srgbClr val="000000"/>
                </a:solidFill>
              </a:rPr>
              <a:t>
</a:t>
            </a:r>
            <a:r>
              <a:rPr lang="en-US" sz="1200" b="1" dirty="0">
                <a:solidFill>
                  <a:srgbClr val="FF0000"/>
                </a:solidFill>
                <a:latin typeface="Impact" pitchFamily="34" charset="0"/>
                <a:ea typeface="Impact" pitchFamily="34" charset="-122"/>
                <a:cs typeface="Impact" pitchFamily="34" charset="-120"/>
              </a:rPr>
              <a:t>NOT RECOMMENDED: </a:t>
            </a:r>
            <a:r>
              <a:rPr lang="en-US" sz="1100" i="1" dirty="0">
                <a:solidFill>
                  <a:srgbClr val="C0C0C0"/>
                </a:solidFill>
                <a:latin typeface="Comic Sans MS" pitchFamily="34" charset="0"/>
                <a:ea typeface="Comic Sans MS" pitchFamily="34" charset="-122"/>
                <a:cs typeface="Comic Sans MS" pitchFamily="34" charset="-120"/>
              </a:rPr>
              <a:t>Cavalier, Gladiator, Horizon Walker, </a:t>
            </a:r>
            <a:endParaRPr lang="en-US" sz="1200" dirty="0"/>
          </a:p>
        </p:txBody>
      </p:sp>
      <p:sp>
        <p:nvSpPr>
          <p:cNvPr id="26" name="Shape 24"/>
          <p:cNvSpPr/>
          <p:nvPr/>
        </p:nvSpPr>
        <p:spPr>
          <a:xfrm>
            <a:off x="256032" y="4873752"/>
            <a:ext cx="8631936" cy="228600"/>
          </a:xfrm>
          <a:prstGeom prst="rect">
            <a:avLst/>
          </a:prstGeom>
          <a:solidFill>
            <a:srgbClr val="001100"/>
          </a:solidFill>
          <a:ln w="12700">
            <a:solidFill>
              <a:srgbClr val="00FF00"/>
            </a:solidFill>
            <a:prstDash val="solid"/>
          </a:ln>
        </p:spPr>
        <p:txBody>
          <a:bodyPr/>
          <a:lstStyle/>
          <a:p>
            <a:endParaRPr lang="en-US"/>
          </a:p>
        </p:txBody>
      </p:sp>
      <p:sp>
        <p:nvSpPr>
          <p:cNvPr id="27" name="Text 25"/>
          <p:cNvSpPr/>
          <p:nvPr/>
        </p:nvSpPr>
        <p:spPr>
          <a:xfrm>
            <a:off x="256032" y="4873752"/>
            <a:ext cx="8631936" cy="228600"/>
          </a:xfrm>
          <a:prstGeom prst="rect">
            <a:avLst/>
          </a:prstGeom>
          <a:noFill/>
          <a:ln/>
        </p:spPr>
        <p:txBody>
          <a:bodyPr wrap="square" rtlCol="0" anchor="ctr"/>
          <a:lstStyle/>
          <a:p>
            <a:pPr marL="0" indent="0" algn="ctr">
              <a:buNone/>
            </a:pP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3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FD700"/>
          </a:solidFill>
          <a:ln w="12700">
            <a:solidFill>
              <a:srgbClr val="FFD700"/>
            </a:solidFill>
            <a:prstDash val="solid"/>
          </a:ln>
        </p:spPr>
        <p:txBody>
          <a:bodyPr/>
          <a:lstStyle/>
          <a:p>
            <a:endParaRPr lang="en-US"/>
          </a:p>
        </p:txBody>
      </p:sp>
      <p:sp>
        <p:nvSpPr>
          <p:cNvPr id="3" name="Shape 1"/>
          <p:cNvSpPr/>
          <p:nvPr/>
        </p:nvSpPr>
        <p:spPr>
          <a:xfrm>
            <a:off x="0" y="4978908"/>
            <a:ext cx="9144000" cy="164592"/>
          </a:xfrm>
          <a:prstGeom prst="rect">
            <a:avLst/>
          </a:prstGeom>
          <a:solidFill>
            <a:srgbClr val="FFD700"/>
          </a:solidFill>
          <a:ln w="12700">
            <a:solidFill>
              <a:srgbClr val="FFD700"/>
            </a:solidFill>
            <a:prstDash val="solid"/>
          </a:ln>
        </p:spPr>
        <p:txBody>
          <a:bodyPr/>
          <a:lstStyle/>
          <a:p>
            <a:endParaRPr lang="en-US"/>
          </a:p>
        </p:txBody>
      </p:sp>
      <p:sp>
        <p:nvSpPr>
          <p:cNvPr id="4" name="Shape 2"/>
          <p:cNvSpPr/>
          <p:nvPr/>
        </p:nvSpPr>
        <p:spPr>
          <a:xfrm>
            <a:off x="0" y="0"/>
            <a:ext cx="164592" cy="5143500"/>
          </a:xfrm>
          <a:prstGeom prst="rect">
            <a:avLst/>
          </a:prstGeom>
          <a:solidFill>
            <a:srgbClr val="FFD700"/>
          </a:solidFill>
          <a:ln w="12700">
            <a:solidFill>
              <a:srgbClr val="FFD700"/>
            </a:solidFill>
            <a:prstDash val="solid"/>
          </a:ln>
        </p:spPr>
        <p:txBody>
          <a:bodyPr/>
          <a:lstStyle/>
          <a:p>
            <a:endParaRPr lang="en-US"/>
          </a:p>
        </p:txBody>
      </p:sp>
      <p:sp>
        <p:nvSpPr>
          <p:cNvPr id="5" name="Shape 3"/>
          <p:cNvSpPr/>
          <p:nvPr/>
        </p:nvSpPr>
        <p:spPr>
          <a:xfrm>
            <a:off x="8979408" y="0"/>
            <a:ext cx="164592" cy="5143500"/>
          </a:xfrm>
          <a:prstGeom prst="rect">
            <a:avLst/>
          </a:prstGeom>
          <a:solidFill>
            <a:srgbClr val="FFD700"/>
          </a:solidFill>
          <a:ln w="12700">
            <a:solidFill>
              <a:srgbClr val="FFD700"/>
            </a:solidFill>
            <a:prstDash val="solid"/>
          </a:ln>
        </p:spPr>
        <p:txBody>
          <a:bodyPr/>
          <a:lstStyle/>
          <a:p>
            <a:endParaRPr lang="en-US"/>
          </a:p>
        </p:txBody>
      </p:sp>
      <p:sp>
        <p:nvSpPr>
          <p:cNvPr id="6" name="Shape 4"/>
          <p:cNvSpPr/>
          <p:nvPr/>
        </p:nvSpPr>
        <p:spPr>
          <a:xfrm>
            <a:off x="320040" y="137160"/>
            <a:ext cx="292608" cy="292608"/>
          </a:xfrm>
          <a:prstGeom prst="ellipse">
            <a:avLst/>
          </a:prstGeom>
          <a:solidFill>
            <a:srgbClr val="FFD700"/>
          </a:solidFill>
          <a:ln w="25400">
            <a:solidFill>
              <a:srgbClr val="FF8000"/>
            </a:solidFill>
            <a:prstDash val="solid"/>
          </a:ln>
        </p:spPr>
        <p:txBody>
          <a:bodyPr/>
          <a:lstStyle/>
          <a:p>
            <a:endParaRPr lang="en-US"/>
          </a:p>
        </p:txBody>
      </p:sp>
      <p:sp>
        <p:nvSpPr>
          <p:cNvPr id="7" name="Text 5"/>
          <p:cNvSpPr/>
          <p:nvPr/>
        </p:nvSpPr>
        <p:spPr>
          <a:xfrm>
            <a:off x="320040" y="146304"/>
            <a:ext cx="292608" cy="292608"/>
          </a:xfrm>
          <a:prstGeom prst="rect">
            <a:avLst/>
          </a:prstGeom>
          <a:noFill/>
          <a:ln/>
        </p:spPr>
        <p:txBody>
          <a:bodyPr wrap="square" rtlCol="0" anchor="ctr"/>
          <a:lstStyle/>
          <a:p>
            <a:pPr marL="0" indent="0" algn="ctr">
              <a:buNone/>
            </a:pPr>
            <a:r>
              <a:rPr lang="en-US" sz="1200" b="1" dirty="0">
                <a:solidFill>
                  <a:srgbClr val="000000"/>
                </a:solidFill>
                <a:latin typeface="Impact" pitchFamily="34" charset="0"/>
                <a:ea typeface="Impact" pitchFamily="34" charset="-122"/>
                <a:cs typeface="Impact" pitchFamily="34" charset="-120"/>
              </a:rPr>
              <a:t>$</a:t>
            </a:r>
            <a:endParaRPr lang="en-US" sz="1200" dirty="0"/>
          </a:p>
        </p:txBody>
      </p:sp>
      <p:sp>
        <p:nvSpPr>
          <p:cNvPr id="8" name="Shape 6"/>
          <p:cNvSpPr/>
          <p:nvPr/>
        </p:nvSpPr>
        <p:spPr>
          <a:xfrm>
            <a:off x="1051560" y="137160"/>
            <a:ext cx="292608" cy="292608"/>
          </a:xfrm>
          <a:prstGeom prst="ellipse">
            <a:avLst/>
          </a:prstGeom>
          <a:solidFill>
            <a:srgbClr val="FFD700"/>
          </a:solidFill>
          <a:ln w="25400">
            <a:solidFill>
              <a:srgbClr val="FF8000"/>
            </a:solidFill>
            <a:prstDash val="solid"/>
          </a:ln>
        </p:spPr>
        <p:txBody>
          <a:bodyPr/>
          <a:lstStyle/>
          <a:p>
            <a:endParaRPr lang="en-US"/>
          </a:p>
        </p:txBody>
      </p:sp>
      <p:sp>
        <p:nvSpPr>
          <p:cNvPr id="9" name="Text 7"/>
          <p:cNvSpPr/>
          <p:nvPr/>
        </p:nvSpPr>
        <p:spPr>
          <a:xfrm>
            <a:off x="1051560" y="146304"/>
            <a:ext cx="292608" cy="292608"/>
          </a:xfrm>
          <a:prstGeom prst="rect">
            <a:avLst/>
          </a:prstGeom>
          <a:noFill/>
          <a:ln/>
        </p:spPr>
        <p:txBody>
          <a:bodyPr wrap="square" rtlCol="0" anchor="ctr"/>
          <a:lstStyle/>
          <a:p>
            <a:pPr marL="0" indent="0" algn="ctr">
              <a:buNone/>
            </a:pPr>
            <a:r>
              <a:rPr lang="en-US" sz="1200" b="1" dirty="0">
                <a:solidFill>
                  <a:srgbClr val="000000"/>
                </a:solidFill>
                <a:latin typeface="Impact" pitchFamily="34" charset="0"/>
                <a:ea typeface="Impact" pitchFamily="34" charset="-122"/>
                <a:cs typeface="Impact" pitchFamily="34" charset="-120"/>
              </a:rPr>
              <a:t>$</a:t>
            </a:r>
            <a:endParaRPr lang="en-US" sz="1200" dirty="0"/>
          </a:p>
        </p:txBody>
      </p:sp>
      <p:sp>
        <p:nvSpPr>
          <p:cNvPr id="10" name="Shape 8"/>
          <p:cNvSpPr/>
          <p:nvPr/>
        </p:nvSpPr>
        <p:spPr>
          <a:xfrm>
            <a:off x="1783080" y="137160"/>
            <a:ext cx="292608" cy="292608"/>
          </a:xfrm>
          <a:prstGeom prst="ellipse">
            <a:avLst/>
          </a:prstGeom>
          <a:solidFill>
            <a:srgbClr val="FFD700"/>
          </a:solidFill>
          <a:ln w="25400">
            <a:solidFill>
              <a:srgbClr val="FF8000"/>
            </a:solidFill>
            <a:prstDash val="solid"/>
          </a:ln>
        </p:spPr>
        <p:txBody>
          <a:bodyPr/>
          <a:lstStyle/>
          <a:p>
            <a:endParaRPr lang="en-US"/>
          </a:p>
        </p:txBody>
      </p:sp>
      <p:sp>
        <p:nvSpPr>
          <p:cNvPr id="11" name="Text 9"/>
          <p:cNvSpPr/>
          <p:nvPr/>
        </p:nvSpPr>
        <p:spPr>
          <a:xfrm>
            <a:off x="1783080" y="146304"/>
            <a:ext cx="292608" cy="292608"/>
          </a:xfrm>
          <a:prstGeom prst="rect">
            <a:avLst/>
          </a:prstGeom>
          <a:noFill/>
          <a:ln/>
        </p:spPr>
        <p:txBody>
          <a:bodyPr wrap="square" rtlCol="0" anchor="ctr"/>
          <a:lstStyle/>
          <a:p>
            <a:pPr marL="0" indent="0" algn="ctr">
              <a:buNone/>
            </a:pPr>
            <a:r>
              <a:rPr lang="en-US" sz="1200" b="1" dirty="0">
                <a:solidFill>
                  <a:srgbClr val="000000"/>
                </a:solidFill>
                <a:latin typeface="Impact" pitchFamily="34" charset="0"/>
                <a:ea typeface="Impact" pitchFamily="34" charset="-122"/>
                <a:cs typeface="Impact" pitchFamily="34" charset="-120"/>
              </a:rPr>
              <a:t>$</a:t>
            </a:r>
            <a:endParaRPr lang="en-US" sz="1200" dirty="0"/>
          </a:p>
        </p:txBody>
      </p:sp>
      <p:sp>
        <p:nvSpPr>
          <p:cNvPr id="12" name="Shape 10"/>
          <p:cNvSpPr/>
          <p:nvPr/>
        </p:nvSpPr>
        <p:spPr>
          <a:xfrm>
            <a:off x="2514600" y="137160"/>
            <a:ext cx="292608" cy="292608"/>
          </a:xfrm>
          <a:prstGeom prst="ellipse">
            <a:avLst/>
          </a:prstGeom>
          <a:solidFill>
            <a:srgbClr val="FFD700"/>
          </a:solidFill>
          <a:ln w="25400">
            <a:solidFill>
              <a:srgbClr val="FF8000"/>
            </a:solidFill>
            <a:prstDash val="solid"/>
          </a:ln>
        </p:spPr>
        <p:txBody>
          <a:bodyPr/>
          <a:lstStyle/>
          <a:p>
            <a:endParaRPr lang="en-US"/>
          </a:p>
        </p:txBody>
      </p:sp>
      <p:sp>
        <p:nvSpPr>
          <p:cNvPr id="13" name="Text 11"/>
          <p:cNvSpPr/>
          <p:nvPr/>
        </p:nvSpPr>
        <p:spPr>
          <a:xfrm>
            <a:off x="2514600" y="146304"/>
            <a:ext cx="292608" cy="292608"/>
          </a:xfrm>
          <a:prstGeom prst="rect">
            <a:avLst/>
          </a:prstGeom>
          <a:noFill/>
          <a:ln/>
        </p:spPr>
        <p:txBody>
          <a:bodyPr wrap="square" rtlCol="0" anchor="ctr"/>
          <a:lstStyle/>
          <a:p>
            <a:pPr marL="0" indent="0" algn="ctr">
              <a:buNone/>
            </a:pPr>
            <a:r>
              <a:rPr lang="en-US" sz="1200" b="1" dirty="0">
                <a:solidFill>
                  <a:srgbClr val="000000"/>
                </a:solidFill>
                <a:latin typeface="Impact" pitchFamily="34" charset="0"/>
                <a:ea typeface="Impact" pitchFamily="34" charset="-122"/>
                <a:cs typeface="Impact" pitchFamily="34" charset="-120"/>
              </a:rPr>
              <a:t>$</a:t>
            </a:r>
            <a:endParaRPr lang="en-US" sz="1200" dirty="0"/>
          </a:p>
        </p:txBody>
      </p:sp>
      <p:sp>
        <p:nvSpPr>
          <p:cNvPr id="14" name="Shape 12"/>
          <p:cNvSpPr/>
          <p:nvPr/>
        </p:nvSpPr>
        <p:spPr>
          <a:xfrm>
            <a:off x="6903720" y="137160"/>
            <a:ext cx="292608" cy="292608"/>
          </a:xfrm>
          <a:prstGeom prst="ellipse">
            <a:avLst/>
          </a:prstGeom>
          <a:solidFill>
            <a:srgbClr val="FFD700"/>
          </a:solidFill>
          <a:ln w="25400">
            <a:solidFill>
              <a:srgbClr val="FF8000"/>
            </a:solidFill>
            <a:prstDash val="solid"/>
          </a:ln>
        </p:spPr>
        <p:txBody>
          <a:bodyPr/>
          <a:lstStyle/>
          <a:p>
            <a:endParaRPr lang="en-US"/>
          </a:p>
        </p:txBody>
      </p:sp>
      <p:sp>
        <p:nvSpPr>
          <p:cNvPr id="15" name="Text 13"/>
          <p:cNvSpPr/>
          <p:nvPr/>
        </p:nvSpPr>
        <p:spPr>
          <a:xfrm>
            <a:off x="6903720" y="146304"/>
            <a:ext cx="292608" cy="292608"/>
          </a:xfrm>
          <a:prstGeom prst="rect">
            <a:avLst/>
          </a:prstGeom>
          <a:noFill/>
          <a:ln/>
        </p:spPr>
        <p:txBody>
          <a:bodyPr wrap="square" rtlCol="0" anchor="ctr"/>
          <a:lstStyle/>
          <a:p>
            <a:pPr marL="0" indent="0" algn="ctr">
              <a:buNone/>
            </a:pPr>
            <a:r>
              <a:rPr lang="en-US" sz="1200" b="1" dirty="0">
                <a:solidFill>
                  <a:srgbClr val="000000"/>
                </a:solidFill>
                <a:latin typeface="Impact" pitchFamily="34" charset="0"/>
                <a:ea typeface="Impact" pitchFamily="34" charset="-122"/>
                <a:cs typeface="Impact" pitchFamily="34" charset="-120"/>
              </a:rPr>
              <a:t>$</a:t>
            </a:r>
            <a:endParaRPr lang="en-US" sz="1200" dirty="0"/>
          </a:p>
        </p:txBody>
      </p:sp>
      <p:sp>
        <p:nvSpPr>
          <p:cNvPr id="16" name="Shape 14"/>
          <p:cNvSpPr/>
          <p:nvPr/>
        </p:nvSpPr>
        <p:spPr>
          <a:xfrm>
            <a:off x="7635240" y="137160"/>
            <a:ext cx="292608" cy="292608"/>
          </a:xfrm>
          <a:prstGeom prst="ellipse">
            <a:avLst/>
          </a:prstGeom>
          <a:solidFill>
            <a:srgbClr val="FFD700"/>
          </a:solidFill>
          <a:ln w="25400">
            <a:solidFill>
              <a:srgbClr val="FF8000"/>
            </a:solidFill>
            <a:prstDash val="solid"/>
          </a:ln>
        </p:spPr>
        <p:txBody>
          <a:bodyPr/>
          <a:lstStyle/>
          <a:p>
            <a:endParaRPr lang="en-US"/>
          </a:p>
        </p:txBody>
      </p:sp>
      <p:sp>
        <p:nvSpPr>
          <p:cNvPr id="17" name="Text 15"/>
          <p:cNvSpPr/>
          <p:nvPr/>
        </p:nvSpPr>
        <p:spPr>
          <a:xfrm>
            <a:off x="7635240" y="146304"/>
            <a:ext cx="292608" cy="292608"/>
          </a:xfrm>
          <a:prstGeom prst="rect">
            <a:avLst/>
          </a:prstGeom>
          <a:noFill/>
          <a:ln/>
        </p:spPr>
        <p:txBody>
          <a:bodyPr wrap="square" rtlCol="0" anchor="ctr"/>
          <a:lstStyle/>
          <a:p>
            <a:pPr marL="0" indent="0" algn="ctr">
              <a:buNone/>
            </a:pPr>
            <a:r>
              <a:rPr lang="en-US" sz="1200" b="1" dirty="0">
                <a:solidFill>
                  <a:srgbClr val="000000"/>
                </a:solidFill>
                <a:latin typeface="Impact" pitchFamily="34" charset="0"/>
                <a:ea typeface="Impact" pitchFamily="34" charset="-122"/>
                <a:cs typeface="Impact" pitchFamily="34" charset="-120"/>
              </a:rPr>
              <a:t>$</a:t>
            </a:r>
            <a:endParaRPr lang="en-US" sz="1200" dirty="0"/>
          </a:p>
        </p:txBody>
      </p:sp>
      <p:sp>
        <p:nvSpPr>
          <p:cNvPr id="18" name="Shape 16"/>
          <p:cNvSpPr/>
          <p:nvPr/>
        </p:nvSpPr>
        <p:spPr>
          <a:xfrm>
            <a:off x="8366760" y="137160"/>
            <a:ext cx="292608" cy="292608"/>
          </a:xfrm>
          <a:prstGeom prst="ellipse">
            <a:avLst/>
          </a:prstGeom>
          <a:solidFill>
            <a:srgbClr val="FFD700"/>
          </a:solidFill>
          <a:ln w="25400">
            <a:solidFill>
              <a:srgbClr val="FF8000"/>
            </a:solidFill>
            <a:prstDash val="solid"/>
          </a:ln>
        </p:spPr>
        <p:txBody>
          <a:bodyPr/>
          <a:lstStyle/>
          <a:p>
            <a:endParaRPr lang="en-US"/>
          </a:p>
        </p:txBody>
      </p:sp>
      <p:sp>
        <p:nvSpPr>
          <p:cNvPr id="19" name="Text 17"/>
          <p:cNvSpPr/>
          <p:nvPr/>
        </p:nvSpPr>
        <p:spPr>
          <a:xfrm>
            <a:off x="8366760" y="146304"/>
            <a:ext cx="292608" cy="292608"/>
          </a:xfrm>
          <a:prstGeom prst="rect">
            <a:avLst/>
          </a:prstGeom>
          <a:noFill/>
          <a:ln/>
        </p:spPr>
        <p:txBody>
          <a:bodyPr wrap="square" rtlCol="0" anchor="ctr"/>
          <a:lstStyle/>
          <a:p>
            <a:pPr marL="0" indent="0" algn="ctr">
              <a:buNone/>
            </a:pPr>
            <a:r>
              <a:rPr lang="en-US" sz="1200" b="1" dirty="0">
                <a:solidFill>
                  <a:srgbClr val="000000"/>
                </a:solidFill>
                <a:latin typeface="Impact" pitchFamily="34" charset="0"/>
                <a:ea typeface="Impact" pitchFamily="34" charset="-122"/>
                <a:cs typeface="Impact" pitchFamily="34" charset="-120"/>
              </a:rPr>
              <a:t>$</a:t>
            </a:r>
            <a:endParaRPr lang="en-US" sz="1200" dirty="0"/>
          </a:p>
        </p:txBody>
      </p:sp>
      <p:sp>
        <p:nvSpPr>
          <p:cNvPr id="20" name="Shape 18"/>
          <p:cNvSpPr/>
          <p:nvPr/>
        </p:nvSpPr>
        <p:spPr>
          <a:xfrm>
            <a:off x="274320" y="484632"/>
            <a:ext cx="8595360" cy="658368"/>
          </a:xfrm>
          <a:prstGeom prst="rect">
            <a:avLst/>
          </a:prstGeom>
          <a:solidFill>
            <a:srgbClr val="FF8000"/>
          </a:solidFill>
          <a:ln w="38100">
            <a:solidFill>
              <a:srgbClr val="FFD700"/>
            </a:solidFill>
            <a:prstDash val="solid"/>
          </a:ln>
        </p:spPr>
        <p:txBody>
          <a:bodyPr/>
          <a:lstStyle/>
          <a:p>
            <a:endParaRPr lang="en-US"/>
          </a:p>
        </p:txBody>
      </p:sp>
      <p:sp>
        <p:nvSpPr>
          <p:cNvPr id="21" name="Text 19"/>
          <p:cNvSpPr/>
          <p:nvPr/>
        </p:nvSpPr>
        <p:spPr>
          <a:xfrm>
            <a:off x="274320" y="484632"/>
            <a:ext cx="8595360" cy="658368"/>
          </a:xfrm>
          <a:prstGeom prst="rect">
            <a:avLst/>
          </a:prstGeom>
          <a:noFill/>
          <a:ln/>
        </p:spPr>
        <p:txBody>
          <a:bodyPr wrap="square" rtlCol="0" anchor="ctr"/>
          <a:lstStyle/>
          <a:p>
            <a:pPr marL="0" indent="0" algn="ctr">
              <a:buNone/>
            </a:pPr>
            <a:r>
              <a:rPr lang="en-US" sz="2500" b="1" dirty="0">
                <a:solidFill>
                  <a:srgbClr val="000000"/>
                </a:solidFill>
                <a:latin typeface="Impact" pitchFamily="34" charset="0"/>
                <a:ea typeface="Impact" pitchFamily="34" charset="-122"/>
                <a:cs typeface="Impact" pitchFamily="34" charset="-120"/>
              </a:rPr>
              <a:t>YOUR HOMEWORK (YES, SERIOUSLY)</a:t>
            </a:r>
            <a:endParaRPr lang="en-US" sz="2500" dirty="0"/>
          </a:p>
        </p:txBody>
      </p:sp>
      <p:sp>
        <p:nvSpPr>
          <p:cNvPr id="22" name="Shape 20"/>
          <p:cNvSpPr/>
          <p:nvPr/>
        </p:nvSpPr>
        <p:spPr>
          <a:xfrm>
            <a:off x="274320" y="1234440"/>
            <a:ext cx="4160520" cy="1874520"/>
          </a:xfrm>
          <a:prstGeom prst="rect">
            <a:avLst/>
          </a:prstGeom>
          <a:solidFill>
            <a:srgbClr val="1A0000"/>
          </a:solidFill>
          <a:ln w="25400">
            <a:solidFill>
              <a:srgbClr val="FF8000"/>
            </a:solidFill>
            <a:prstDash val="solid"/>
          </a:ln>
        </p:spPr>
        <p:txBody>
          <a:bodyPr/>
          <a:lstStyle/>
          <a:p>
            <a:endParaRPr lang="en-US"/>
          </a:p>
        </p:txBody>
      </p:sp>
      <p:sp>
        <p:nvSpPr>
          <p:cNvPr id="23" name="Shape 21"/>
          <p:cNvSpPr/>
          <p:nvPr/>
        </p:nvSpPr>
        <p:spPr>
          <a:xfrm>
            <a:off x="274320" y="1234440"/>
            <a:ext cx="4160520" cy="347472"/>
          </a:xfrm>
          <a:prstGeom prst="rect">
            <a:avLst/>
          </a:prstGeom>
          <a:solidFill>
            <a:srgbClr val="994400"/>
          </a:solidFill>
          <a:ln w="12700">
            <a:solidFill>
              <a:srgbClr val="994400"/>
            </a:solidFill>
            <a:prstDash val="solid"/>
          </a:ln>
        </p:spPr>
        <p:txBody>
          <a:bodyPr/>
          <a:lstStyle/>
          <a:p>
            <a:endParaRPr lang="en-US"/>
          </a:p>
        </p:txBody>
      </p:sp>
      <p:sp>
        <p:nvSpPr>
          <p:cNvPr id="24" name="Text 22"/>
          <p:cNvSpPr/>
          <p:nvPr/>
        </p:nvSpPr>
        <p:spPr>
          <a:xfrm>
            <a:off x="274320" y="1234440"/>
            <a:ext cx="4160520" cy="347472"/>
          </a:xfrm>
          <a:prstGeom prst="rect">
            <a:avLst/>
          </a:prstGeom>
          <a:noFill/>
          <a:ln/>
        </p:spPr>
        <p:txBody>
          <a:bodyPr wrap="square" rtlCol="0" anchor="ctr"/>
          <a:lstStyle/>
          <a:p>
            <a:pPr marL="0" indent="0" algn="ctr">
              <a:buNone/>
            </a:pPr>
            <a:r>
              <a:rPr lang="en-US" sz="1300" b="1" dirty="0">
                <a:solidFill>
                  <a:srgbClr val="FFFF00"/>
                </a:solidFill>
                <a:latin typeface="Impact" pitchFamily="34" charset="0"/>
              </a:rPr>
              <a:t>START YOOR PREP</a:t>
            </a:r>
            <a:endParaRPr lang="en-US" sz="1300" dirty="0"/>
          </a:p>
        </p:txBody>
      </p:sp>
      <p:sp>
        <p:nvSpPr>
          <p:cNvPr id="25" name="Text 23"/>
          <p:cNvSpPr/>
          <p:nvPr/>
        </p:nvSpPr>
        <p:spPr>
          <a:xfrm>
            <a:off x="384048" y="1627632"/>
            <a:ext cx="3931920" cy="1371600"/>
          </a:xfrm>
          <a:prstGeom prst="rect">
            <a:avLst/>
          </a:prstGeom>
          <a:noFill/>
          <a:ln/>
        </p:spPr>
        <p:txBody>
          <a:bodyPr wrap="square" rtlCol="0" anchor="t"/>
          <a:lstStyle/>
          <a:p>
            <a:pPr marL="0" indent="0">
              <a:buNone/>
            </a:pPr>
            <a:r>
              <a:rPr lang="en-US" sz="1300" dirty="0">
                <a:solidFill>
                  <a:srgbClr val="FFFFFF"/>
                </a:solidFill>
                <a:latin typeface="Comic Sans MS" pitchFamily="34" charset="0"/>
                <a:ea typeface="Comic Sans MS" pitchFamily="34" charset="-122"/>
                <a:cs typeface="Comic Sans MS" pitchFamily="34" charset="-120"/>
              </a:rPr>
              <a:t>Read it in depth! Know your character options, the Sandpoint gazetteer, and what kind of campaign you're signing up for. I’ll also have an interactive guide set up for you soon!</a:t>
            </a:r>
          </a:p>
          <a:p>
            <a:pPr marL="0" indent="0">
              <a:buNone/>
            </a:pPr>
            <a:r>
              <a:rPr lang="en-US" sz="1300" dirty="0">
                <a:solidFill>
                  <a:srgbClr val="FFFFFF"/>
                </a:solidFill>
                <a:latin typeface="Comic Sans MS" pitchFamily="34" charset="0"/>
              </a:rPr>
              <a:t>READ the new homebrew rules and come back with your thoughts</a:t>
            </a:r>
            <a:endParaRPr lang="en-US" sz="1300" dirty="0"/>
          </a:p>
        </p:txBody>
      </p:sp>
      <p:sp>
        <p:nvSpPr>
          <p:cNvPr id="26" name="Shape 24"/>
          <p:cNvSpPr/>
          <p:nvPr/>
        </p:nvSpPr>
        <p:spPr>
          <a:xfrm>
            <a:off x="4709160" y="1234440"/>
            <a:ext cx="4160520" cy="1874520"/>
          </a:xfrm>
          <a:prstGeom prst="rect">
            <a:avLst/>
          </a:prstGeom>
          <a:solidFill>
            <a:srgbClr val="001A00"/>
          </a:solidFill>
          <a:ln w="25400">
            <a:solidFill>
              <a:srgbClr val="00FF00"/>
            </a:solidFill>
            <a:prstDash val="solid"/>
          </a:ln>
        </p:spPr>
        <p:txBody>
          <a:bodyPr/>
          <a:lstStyle/>
          <a:p>
            <a:endParaRPr lang="en-US"/>
          </a:p>
        </p:txBody>
      </p:sp>
      <p:sp>
        <p:nvSpPr>
          <p:cNvPr id="27" name="Shape 25"/>
          <p:cNvSpPr/>
          <p:nvPr/>
        </p:nvSpPr>
        <p:spPr>
          <a:xfrm>
            <a:off x="4709160" y="1234440"/>
            <a:ext cx="4160520" cy="347472"/>
          </a:xfrm>
          <a:prstGeom prst="rect">
            <a:avLst/>
          </a:prstGeom>
          <a:solidFill>
            <a:srgbClr val="006600"/>
          </a:solidFill>
          <a:ln w="12700">
            <a:solidFill>
              <a:srgbClr val="006600"/>
            </a:solidFill>
            <a:prstDash val="solid"/>
          </a:ln>
        </p:spPr>
        <p:txBody>
          <a:bodyPr/>
          <a:lstStyle/>
          <a:p>
            <a:endParaRPr lang="en-US"/>
          </a:p>
        </p:txBody>
      </p:sp>
      <p:sp>
        <p:nvSpPr>
          <p:cNvPr id="28" name="Text 26"/>
          <p:cNvSpPr/>
          <p:nvPr/>
        </p:nvSpPr>
        <p:spPr>
          <a:xfrm>
            <a:off x="4709160" y="1234440"/>
            <a:ext cx="4160520" cy="347472"/>
          </a:xfrm>
          <a:prstGeom prst="rect">
            <a:avLst/>
          </a:prstGeom>
          <a:noFill/>
          <a:ln/>
        </p:spPr>
        <p:txBody>
          <a:bodyPr wrap="square" rtlCol="0" anchor="ctr"/>
          <a:lstStyle/>
          <a:p>
            <a:pPr marL="0" indent="0" algn="ctr">
              <a:buNone/>
            </a:pPr>
            <a:r>
              <a:rPr lang="en-US" sz="1300" b="1" dirty="0">
                <a:solidFill>
                  <a:srgbClr val="00FF00"/>
                </a:solidFill>
                <a:latin typeface="Impact" pitchFamily="34" charset="0"/>
                <a:ea typeface="Impact" pitchFamily="34" charset="-122"/>
                <a:cs typeface="Impact" pitchFamily="34" charset="-120"/>
              </a:rPr>
              <a:t>COORDINATE YOUR PARTY</a:t>
            </a:r>
            <a:endParaRPr lang="en-US" sz="1300" dirty="0"/>
          </a:p>
        </p:txBody>
      </p:sp>
      <p:sp>
        <p:nvSpPr>
          <p:cNvPr id="29" name="Text 27"/>
          <p:cNvSpPr/>
          <p:nvPr/>
        </p:nvSpPr>
        <p:spPr>
          <a:xfrm>
            <a:off x="4828032" y="1627632"/>
            <a:ext cx="3931920" cy="1371600"/>
          </a:xfrm>
          <a:prstGeom prst="rect">
            <a:avLst/>
          </a:prstGeom>
          <a:noFill/>
          <a:ln/>
        </p:spPr>
        <p:txBody>
          <a:bodyPr wrap="square" rtlCol="0" anchor="t"/>
          <a:lstStyle/>
          <a:p>
            <a:pPr marL="0" indent="0">
              <a:buNone/>
            </a:pPr>
            <a:r>
              <a:rPr lang="en-US" sz="1200" dirty="0">
                <a:solidFill>
                  <a:srgbClr val="FFFFFF"/>
                </a:solidFill>
                <a:latin typeface="Comic Sans MS" pitchFamily="34" charset="0"/>
                <a:ea typeface="Comic Sans MS" pitchFamily="34" charset="-122"/>
                <a:cs typeface="Comic Sans MS" pitchFamily="34" charset="-120"/>
              </a:rPr>
              <a:t>Talk to each other! Make sure you cover:</a:t>
            </a:r>
            <a:endParaRPr lang="en-US" sz="1200" dirty="0"/>
          </a:p>
          <a:p>
            <a:pPr marL="0" indent="0">
              <a:buNone/>
            </a:pPr>
            <a:r>
              <a:rPr lang="en-US" sz="1200" dirty="0">
                <a:solidFill>
                  <a:srgbClr val="FFFFFF"/>
                </a:solidFill>
                <a:latin typeface="Comic Sans MS" pitchFamily="34" charset="0"/>
                <a:ea typeface="Comic Sans MS" pitchFamily="34" charset="-122"/>
                <a:cs typeface="Comic Sans MS" pitchFamily="34" charset="-120"/>
              </a:rPr>
              <a:t>✔ Healing</a:t>
            </a:r>
            <a:endParaRPr lang="en-US" sz="1200" dirty="0"/>
          </a:p>
          <a:p>
            <a:pPr marL="0" indent="0">
              <a:buNone/>
            </a:pPr>
            <a:r>
              <a:rPr lang="en-US" sz="1200" dirty="0">
                <a:solidFill>
                  <a:srgbClr val="FFFFFF"/>
                </a:solidFill>
                <a:latin typeface="Comic Sans MS" pitchFamily="34" charset="0"/>
                <a:ea typeface="Comic Sans MS" pitchFamily="34" charset="-122"/>
                <a:cs typeface="Comic Sans MS" pitchFamily="34" charset="-120"/>
              </a:rPr>
              <a:t>✔ Skills distributed</a:t>
            </a:r>
            <a:endParaRPr lang="en-US" sz="1200" dirty="0"/>
          </a:p>
          <a:p>
            <a:pPr marL="0" indent="0">
              <a:buNone/>
            </a:pPr>
            <a:r>
              <a:rPr lang="en-US" sz="1200" dirty="0">
                <a:solidFill>
                  <a:srgbClr val="FFFFFF"/>
                </a:solidFill>
                <a:latin typeface="Comic Sans MS" pitchFamily="34" charset="0"/>
                <a:ea typeface="Comic Sans MS" pitchFamily="34" charset="-122"/>
                <a:cs typeface="Comic Sans MS" pitchFamily="34" charset="-120"/>
              </a:rPr>
              <a:t>✔ No total duplicates</a:t>
            </a:r>
            <a:endParaRPr lang="en-US" sz="1200" dirty="0"/>
          </a:p>
          <a:p>
            <a:pPr marL="0" indent="0">
              <a:buNone/>
            </a:pPr>
            <a:r>
              <a:rPr lang="en-US" sz="1200" dirty="0">
                <a:solidFill>
                  <a:srgbClr val="FFFFFF"/>
                </a:solidFill>
                <a:latin typeface="Comic Sans MS" pitchFamily="34" charset="0"/>
                <a:ea typeface="Comic Sans MS" pitchFamily="34" charset="-122"/>
                <a:cs typeface="Comic Sans MS" pitchFamily="34" charset="-120"/>
              </a:rPr>
              <a:t>✔ Good synergies!</a:t>
            </a:r>
            <a:endParaRPr lang="en-US" sz="1200" dirty="0"/>
          </a:p>
        </p:txBody>
      </p:sp>
      <p:sp>
        <p:nvSpPr>
          <p:cNvPr id="30" name="Shape 28"/>
          <p:cNvSpPr/>
          <p:nvPr/>
        </p:nvSpPr>
        <p:spPr>
          <a:xfrm>
            <a:off x="274320" y="3218688"/>
            <a:ext cx="8595360" cy="384048"/>
          </a:xfrm>
          <a:prstGeom prst="rect">
            <a:avLst/>
          </a:prstGeom>
          <a:solidFill>
            <a:srgbClr val="FFD700"/>
          </a:solidFill>
          <a:ln w="25400">
            <a:solidFill>
              <a:srgbClr val="FF8000"/>
            </a:solidFill>
            <a:prstDash val="solid"/>
          </a:ln>
        </p:spPr>
        <p:txBody>
          <a:bodyPr/>
          <a:lstStyle/>
          <a:p>
            <a:endParaRPr lang="en-US"/>
          </a:p>
        </p:txBody>
      </p:sp>
      <p:sp>
        <p:nvSpPr>
          <p:cNvPr id="31" name="Text 29"/>
          <p:cNvSpPr/>
          <p:nvPr/>
        </p:nvSpPr>
        <p:spPr>
          <a:xfrm>
            <a:off x="274320" y="3218688"/>
            <a:ext cx="8595360" cy="384048"/>
          </a:xfrm>
          <a:prstGeom prst="rect">
            <a:avLst/>
          </a:prstGeom>
          <a:noFill/>
          <a:ln/>
        </p:spPr>
        <p:txBody>
          <a:bodyPr wrap="square" rtlCol="0" anchor="ctr"/>
          <a:lstStyle/>
          <a:p>
            <a:pPr marL="0" indent="0" algn="ctr">
              <a:buNone/>
            </a:pPr>
            <a:r>
              <a:rPr lang="en-US" sz="1800" b="1" dirty="0">
                <a:solidFill>
                  <a:srgbClr val="000000"/>
                </a:solidFill>
                <a:latin typeface="Impact" pitchFamily="34" charset="0"/>
                <a:ea typeface="Impact" pitchFamily="34" charset="-122"/>
                <a:cs typeface="Impact" pitchFamily="34" charset="-120"/>
              </a:rPr>
              <a:t>WRITE A BACKSTORY VIGNETTE — GET REWARDED!</a:t>
            </a:r>
            <a:endParaRPr lang="en-US" sz="1800" dirty="0"/>
          </a:p>
        </p:txBody>
      </p:sp>
      <p:sp>
        <p:nvSpPr>
          <p:cNvPr id="32" name="Shape 30"/>
          <p:cNvSpPr/>
          <p:nvPr/>
        </p:nvSpPr>
        <p:spPr>
          <a:xfrm>
            <a:off x="274320" y="3694176"/>
            <a:ext cx="4160520" cy="1280160"/>
          </a:xfrm>
          <a:prstGeom prst="rect">
            <a:avLst/>
          </a:prstGeom>
          <a:solidFill>
            <a:srgbClr val="002222"/>
          </a:solidFill>
          <a:ln w="25400">
            <a:solidFill>
              <a:srgbClr val="00FFFF"/>
            </a:solidFill>
            <a:prstDash val="solid"/>
          </a:ln>
        </p:spPr>
        <p:txBody>
          <a:bodyPr/>
          <a:lstStyle/>
          <a:p>
            <a:endParaRPr lang="en-US"/>
          </a:p>
        </p:txBody>
      </p:sp>
      <p:sp>
        <p:nvSpPr>
          <p:cNvPr id="33" name="Shape 31"/>
          <p:cNvSpPr/>
          <p:nvPr/>
        </p:nvSpPr>
        <p:spPr>
          <a:xfrm>
            <a:off x="274320" y="3694176"/>
            <a:ext cx="4160520" cy="347472"/>
          </a:xfrm>
          <a:prstGeom prst="rect">
            <a:avLst/>
          </a:prstGeom>
          <a:solidFill>
            <a:srgbClr val="008080"/>
          </a:solidFill>
          <a:ln w="12700">
            <a:solidFill>
              <a:srgbClr val="008080"/>
            </a:solidFill>
            <a:prstDash val="solid"/>
          </a:ln>
        </p:spPr>
        <p:txBody>
          <a:bodyPr/>
          <a:lstStyle/>
          <a:p>
            <a:endParaRPr lang="en-US"/>
          </a:p>
        </p:txBody>
      </p:sp>
      <p:sp>
        <p:nvSpPr>
          <p:cNvPr id="34" name="Text 32"/>
          <p:cNvSpPr/>
          <p:nvPr/>
        </p:nvSpPr>
        <p:spPr>
          <a:xfrm>
            <a:off x="274320" y="3694176"/>
            <a:ext cx="4160520" cy="347472"/>
          </a:xfrm>
          <a:prstGeom prst="rect">
            <a:avLst/>
          </a:prstGeom>
          <a:noFill/>
          <a:ln/>
        </p:spPr>
        <p:txBody>
          <a:bodyPr wrap="square" rtlCol="0" anchor="ctr"/>
          <a:lstStyle/>
          <a:p>
            <a:pPr marL="0" indent="0" algn="ctr">
              <a:buNone/>
            </a:pPr>
            <a:r>
              <a:rPr lang="en-US" sz="1400" b="1" dirty="0">
                <a:solidFill>
                  <a:srgbClr val="FFFFFF"/>
                </a:solidFill>
                <a:latin typeface="Impact" pitchFamily="34" charset="0"/>
                <a:ea typeface="Impact" pitchFamily="34" charset="-122"/>
                <a:cs typeface="Impact" pitchFamily="34" charset="-120"/>
              </a:rPr>
              <a:t>PARTICIPATION REWARD</a:t>
            </a:r>
            <a:endParaRPr lang="en-US" sz="1400" dirty="0"/>
          </a:p>
        </p:txBody>
      </p:sp>
      <p:sp>
        <p:nvSpPr>
          <p:cNvPr id="35" name="Text 33"/>
          <p:cNvSpPr/>
          <p:nvPr/>
        </p:nvSpPr>
        <p:spPr>
          <a:xfrm>
            <a:off x="384048" y="4078224"/>
            <a:ext cx="3931920" cy="822960"/>
          </a:xfrm>
          <a:prstGeom prst="rect">
            <a:avLst/>
          </a:prstGeom>
          <a:noFill/>
          <a:ln/>
        </p:spPr>
        <p:txBody>
          <a:bodyPr wrap="square" rtlCol="0" anchor="ctr"/>
          <a:lstStyle/>
          <a:p>
            <a:pPr marL="0" indent="0" algn="ctr">
              <a:buNone/>
            </a:pPr>
            <a:r>
              <a:rPr lang="en-US" sz="1400" dirty="0">
                <a:solidFill>
                  <a:srgbClr val="FFFFFF"/>
                </a:solidFill>
                <a:latin typeface="Comic Sans MS" pitchFamily="34" charset="0"/>
                <a:ea typeface="Comic Sans MS" pitchFamily="34" charset="-122"/>
                <a:cs typeface="Comic Sans MS" pitchFamily="34" charset="-120"/>
              </a:rPr>
              <a:t>Every player who submits a vignette</a:t>
            </a:r>
            <a:endParaRPr lang="en-US" sz="1400" dirty="0"/>
          </a:p>
          <a:p>
            <a:pPr marL="0" indent="0" algn="ctr">
              <a:buNone/>
            </a:pPr>
            <a:r>
              <a:rPr lang="en-US" sz="1400" dirty="0">
                <a:solidFill>
                  <a:srgbClr val="FFFFFF"/>
                </a:solidFill>
                <a:latin typeface="Comic Sans MS" pitchFamily="34" charset="0"/>
                <a:ea typeface="Comic Sans MS" pitchFamily="34" charset="-122"/>
                <a:cs typeface="Comic Sans MS" pitchFamily="34" charset="-120"/>
              </a:rPr>
              <a:t>starts with an extra +15 Gold Pieces!</a:t>
            </a:r>
            <a:endParaRPr lang="en-US" sz="1400" dirty="0"/>
          </a:p>
        </p:txBody>
      </p:sp>
      <p:sp>
        <p:nvSpPr>
          <p:cNvPr id="36" name="Shape 34"/>
          <p:cNvSpPr/>
          <p:nvPr/>
        </p:nvSpPr>
        <p:spPr>
          <a:xfrm>
            <a:off x="4709160" y="3694176"/>
            <a:ext cx="4160520" cy="1280160"/>
          </a:xfrm>
          <a:prstGeom prst="rect">
            <a:avLst/>
          </a:prstGeom>
          <a:solidFill>
            <a:srgbClr val="222200"/>
          </a:solidFill>
          <a:ln w="25400">
            <a:solidFill>
              <a:srgbClr val="FFD700"/>
            </a:solidFill>
            <a:prstDash val="solid"/>
          </a:ln>
        </p:spPr>
        <p:txBody>
          <a:bodyPr/>
          <a:lstStyle/>
          <a:p>
            <a:endParaRPr lang="en-US"/>
          </a:p>
        </p:txBody>
      </p:sp>
      <p:sp>
        <p:nvSpPr>
          <p:cNvPr id="37" name="Shape 35"/>
          <p:cNvSpPr/>
          <p:nvPr/>
        </p:nvSpPr>
        <p:spPr>
          <a:xfrm>
            <a:off x="4709160" y="3694176"/>
            <a:ext cx="4160520" cy="347472"/>
          </a:xfrm>
          <a:prstGeom prst="rect">
            <a:avLst/>
          </a:prstGeom>
          <a:solidFill>
            <a:srgbClr val="886600"/>
          </a:solidFill>
          <a:ln w="12700">
            <a:solidFill>
              <a:srgbClr val="886600"/>
            </a:solidFill>
            <a:prstDash val="solid"/>
          </a:ln>
        </p:spPr>
        <p:txBody>
          <a:bodyPr/>
          <a:lstStyle/>
          <a:p>
            <a:endParaRPr lang="en-US"/>
          </a:p>
        </p:txBody>
      </p:sp>
      <p:sp>
        <p:nvSpPr>
          <p:cNvPr id="38" name="Text 36"/>
          <p:cNvSpPr/>
          <p:nvPr/>
        </p:nvSpPr>
        <p:spPr>
          <a:xfrm>
            <a:off x="4709160" y="3694176"/>
            <a:ext cx="4160520" cy="347472"/>
          </a:xfrm>
          <a:prstGeom prst="rect">
            <a:avLst/>
          </a:prstGeom>
          <a:noFill/>
          <a:ln/>
        </p:spPr>
        <p:txBody>
          <a:bodyPr wrap="square" rtlCol="0" anchor="ctr"/>
          <a:lstStyle/>
          <a:p>
            <a:pPr marL="0" indent="0" algn="ctr">
              <a:buNone/>
            </a:pPr>
            <a:r>
              <a:rPr lang="en-US" sz="1400" b="1" dirty="0">
                <a:solidFill>
                  <a:srgbClr val="FFFF00"/>
                </a:solidFill>
                <a:latin typeface="Impact" pitchFamily="34" charset="0"/>
                <a:ea typeface="Impact" pitchFamily="34" charset="-122"/>
                <a:cs typeface="Impact" pitchFamily="34" charset="-120"/>
              </a:rPr>
              <a:t>BEST VIGNETTE AWARD</a:t>
            </a:r>
            <a:endParaRPr lang="en-US" sz="1400" dirty="0"/>
          </a:p>
        </p:txBody>
      </p:sp>
      <p:sp>
        <p:nvSpPr>
          <p:cNvPr id="39" name="Text 37"/>
          <p:cNvSpPr/>
          <p:nvPr/>
        </p:nvSpPr>
        <p:spPr>
          <a:xfrm>
            <a:off x="4828032" y="4078224"/>
            <a:ext cx="3931920" cy="822960"/>
          </a:xfrm>
          <a:prstGeom prst="rect">
            <a:avLst/>
          </a:prstGeom>
          <a:noFill/>
          <a:ln/>
        </p:spPr>
        <p:txBody>
          <a:bodyPr wrap="square" rtlCol="0" anchor="ctr"/>
          <a:lstStyle/>
          <a:p>
            <a:pPr marL="0" indent="0" algn="ctr">
              <a:buNone/>
            </a:pPr>
            <a:r>
              <a:rPr lang="en-US" sz="1400" dirty="0">
                <a:solidFill>
                  <a:srgbClr val="FFFFFF"/>
                </a:solidFill>
                <a:latin typeface="Comic Sans MS" pitchFamily="34" charset="0"/>
                <a:ea typeface="Comic Sans MS" pitchFamily="34" charset="-122"/>
                <a:cs typeface="Comic Sans MS" pitchFamily="34" charset="-120"/>
              </a:rPr>
              <a:t>The BEST vignette (as judged by your totally unbiased GM) earns +50 Gold Pieces!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8B"/>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FD700"/>
          </a:solidFill>
          <a:ln w="12700">
            <a:solidFill>
              <a:srgbClr val="FFD700"/>
            </a:solidFill>
            <a:prstDash val="solid"/>
          </a:ln>
        </p:spPr>
        <p:txBody>
          <a:bodyPr/>
          <a:lstStyle/>
          <a:p>
            <a:endParaRPr lang="en-US"/>
          </a:p>
        </p:txBody>
      </p:sp>
      <p:sp>
        <p:nvSpPr>
          <p:cNvPr id="3" name="Shape 1"/>
          <p:cNvSpPr/>
          <p:nvPr/>
        </p:nvSpPr>
        <p:spPr>
          <a:xfrm>
            <a:off x="0" y="4978908"/>
            <a:ext cx="9144000" cy="164592"/>
          </a:xfrm>
          <a:prstGeom prst="rect">
            <a:avLst/>
          </a:prstGeom>
          <a:solidFill>
            <a:srgbClr val="FFD700"/>
          </a:solidFill>
          <a:ln w="12700">
            <a:solidFill>
              <a:srgbClr val="FFD700"/>
            </a:solidFill>
            <a:prstDash val="solid"/>
          </a:ln>
        </p:spPr>
        <p:txBody>
          <a:bodyPr/>
          <a:lstStyle/>
          <a:p>
            <a:endParaRPr lang="en-US"/>
          </a:p>
        </p:txBody>
      </p:sp>
      <p:sp>
        <p:nvSpPr>
          <p:cNvPr id="4" name="Shape 2"/>
          <p:cNvSpPr/>
          <p:nvPr/>
        </p:nvSpPr>
        <p:spPr>
          <a:xfrm>
            <a:off x="0" y="0"/>
            <a:ext cx="164592" cy="5143500"/>
          </a:xfrm>
          <a:prstGeom prst="rect">
            <a:avLst/>
          </a:prstGeom>
          <a:solidFill>
            <a:srgbClr val="FFD700"/>
          </a:solidFill>
          <a:ln w="12700">
            <a:solidFill>
              <a:srgbClr val="FFD700"/>
            </a:solidFill>
            <a:prstDash val="solid"/>
          </a:ln>
        </p:spPr>
        <p:txBody>
          <a:bodyPr/>
          <a:lstStyle/>
          <a:p>
            <a:endParaRPr lang="en-US"/>
          </a:p>
        </p:txBody>
      </p:sp>
      <p:sp>
        <p:nvSpPr>
          <p:cNvPr id="5" name="Shape 3"/>
          <p:cNvSpPr/>
          <p:nvPr/>
        </p:nvSpPr>
        <p:spPr>
          <a:xfrm>
            <a:off x="8979408" y="0"/>
            <a:ext cx="164592" cy="5143500"/>
          </a:xfrm>
          <a:prstGeom prst="rect">
            <a:avLst/>
          </a:prstGeom>
          <a:solidFill>
            <a:srgbClr val="FFD700"/>
          </a:solidFill>
          <a:ln w="12700">
            <a:solidFill>
              <a:srgbClr val="FFD700"/>
            </a:solidFill>
            <a:prstDash val="solid"/>
          </a:ln>
        </p:spPr>
        <p:txBody>
          <a:bodyPr/>
          <a:lstStyle/>
          <a:p>
            <a:endParaRPr lang="en-US"/>
          </a:p>
        </p:txBody>
      </p:sp>
      <p:sp>
        <p:nvSpPr>
          <p:cNvPr id="6" name="Shape 4"/>
          <p:cNvSpPr/>
          <p:nvPr/>
        </p:nvSpPr>
        <p:spPr>
          <a:xfrm>
            <a:off x="0" y="164592"/>
            <a:ext cx="457200" cy="164592"/>
          </a:xfrm>
          <a:prstGeom prst="rect">
            <a:avLst/>
          </a:prstGeom>
          <a:solidFill>
            <a:srgbClr val="FFD700"/>
          </a:solidFill>
          <a:ln w="12700">
            <a:solidFill>
              <a:srgbClr val="FFD700"/>
            </a:solidFill>
            <a:prstDash val="solid"/>
          </a:ln>
        </p:spPr>
        <p:txBody>
          <a:bodyPr/>
          <a:lstStyle/>
          <a:p>
            <a:endParaRPr lang="en-US"/>
          </a:p>
        </p:txBody>
      </p:sp>
      <p:sp>
        <p:nvSpPr>
          <p:cNvPr id="7" name="Shape 5"/>
          <p:cNvSpPr/>
          <p:nvPr/>
        </p:nvSpPr>
        <p:spPr>
          <a:xfrm>
            <a:off x="457200" y="164592"/>
            <a:ext cx="457200" cy="164592"/>
          </a:xfrm>
          <a:prstGeom prst="rect">
            <a:avLst/>
          </a:prstGeom>
          <a:solidFill>
            <a:srgbClr val="FF8000"/>
          </a:solidFill>
          <a:ln w="12700">
            <a:solidFill>
              <a:srgbClr val="FF8000"/>
            </a:solidFill>
            <a:prstDash val="solid"/>
          </a:ln>
        </p:spPr>
        <p:txBody>
          <a:bodyPr/>
          <a:lstStyle/>
          <a:p>
            <a:endParaRPr lang="en-US"/>
          </a:p>
        </p:txBody>
      </p:sp>
      <p:sp>
        <p:nvSpPr>
          <p:cNvPr id="8" name="Shape 6"/>
          <p:cNvSpPr/>
          <p:nvPr/>
        </p:nvSpPr>
        <p:spPr>
          <a:xfrm>
            <a:off x="914400" y="164592"/>
            <a:ext cx="457200" cy="164592"/>
          </a:xfrm>
          <a:prstGeom prst="rect">
            <a:avLst/>
          </a:prstGeom>
          <a:solidFill>
            <a:srgbClr val="FFD700"/>
          </a:solidFill>
          <a:ln w="12700">
            <a:solidFill>
              <a:srgbClr val="FFD700"/>
            </a:solidFill>
            <a:prstDash val="solid"/>
          </a:ln>
        </p:spPr>
        <p:txBody>
          <a:bodyPr/>
          <a:lstStyle/>
          <a:p>
            <a:endParaRPr lang="en-US"/>
          </a:p>
        </p:txBody>
      </p:sp>
      <p:sp>
        <p:nvSpPr>
          <p:cNvPr id="9" name="Shape 7"/>
          <p:cNvSpPr/>
          <p:nvPr/>
        </p:nvSpPr>
        <p:spPr>
          <a:xfrm>
            <a:off x="1371600" y="164592"/>
            <a:ext cx="457200" cy="164592"/>
          </a:xfrm>
          <a:prstGeom prst="rect">
            <a:avLst/>
          </a:prstGeom>
          <a:solidFill>
            <a:srgbClr val="FF8000"/>
          </a:solidFill>
          <a:ln w="12700">
            <a:solidFill>
              <a:srgbClr val="FF8000"/>
            </a:solidFill>
            <a:prstDash val="solid"/>
          </a:ln>
        </p:spPr>
        <p:txBody>
          <a:bodyPr/>
          <a:lstStyle/>
          <a:p>
            <a:endParaRPr lang="en-US"/>
          </a:p>
        </p:txBody>
      </p:sp>
      <p:sp>
        <p:nvSpPr>
          <p:cNvPr id="10" name="Shape 8"/>
          <p:cNvSpPr/>
          <p:nvPr/>
        </p:nvSpPr>
        <p:spPr>
          <a:xfrm>
            <a:off x="1828800" y="164592"/>
            <a:ext cx="457200" cy="164592"/>
          </a:xfrm>
          <a:prstGeom prst="rect">
            <a:avLst/>
          </a:prstGeom>
          <a:solidFill>
            <a:srgbClr val="FFD700"/>
          </a:solidFill>
          <a:ln w="12700">
            <a:solidFill>
              <a:srgbClr val="FFD700"/>
            </a:solidFill>
            <a:prstDash val="solid"/>
          </a:ln>
        </p:spPr>
        <p:txBody>
          <a:bodyPr/>
          <a:lstStyle/>
          <a:p>
            <a:endParaRPr lang="en-US"/>
          </a:p>
        </p:txBody>
      </p:sp>
      <p:sp>
        <p:nvSpPr>
          <p:cNvPr id="11" name="Shape 9"/>
          <p:cNvSpPr/>
          <p:nvPr/>
        </p:nvSpPr>
        <p:spPr>
          <a:xfrm>
            <a:off x="2286000" y="164592"/>
            <a:ext cx="457200" cy="164592"/>
          </a:xfrm>
          <a:prstGeom prst="rect">
            <a:avLst/>
          </a:prstGeom>
          <a:solidFill>
            <a:srgbClr val="FF8000"/>
          </a:solidFill>
          <a:ln w="12700">
            <a:solidFill>
              <a:srgbClr val="FF8000"/>
            </a:solidFill>
            <a:prstDash val="solid"/>
          </a:ln>
        </p:spPr>
        <p:txBody>
          <a:bodyPr/>
          <a:lstStyle/>
          <a:p>
            <a:endParaRPr lang="en-US"/>
          </a:p>
        </p:txBody>
      </p:sp>
      <p:sp>
        <p:nvSpPr>
          <p:cNvPr id="12" name="Shape 10"/>
          <p:cNvSpPr/>
          <p:nvPr/>
        </p:nvSpPr>
        <p:spPr>
          <a:xfrm>
            <a:off x="2743200" y="164592"/>
            <a:ext cx="457200" cy="164592"/>
          </a:xfrm>
          <a:prstGeom prst="rect">
            <a:avLst/>
          </a:prstGeom>
          <a:solidFill>
            <a:srgbClr val="FFD700"/>
          </a:solidFill>
          <a:ln w="12700">
            <a:solidFill>
              <a:srgbClr val="FFD700"/>
            </a:solidFill>
            <a:prstDash val="solid"/>
          </a:ln>
        </p:spPr>
        <p:txBody>
          <a:bodyPr/>
          <a:lstStyle/>
          <a:p>
            <a:endParaRPr lang="en-US"/>
          </a:p>
        </p:txBody>
      </p:sp>
      <p:sp>
        <p:nvSpPr>
          <p:cNvPr id="13" name="Shape 11"/>
          <p:cNvSpPr/>
          <p:nvPr/>
        </p:nvSpPr>
        <p:spPr>
          <a:xfrm>
            <a:off x="3200400" y="164592"/>
            <a:ext cx="457200" cy="164592"/>
          </a:xfrm>
          <a:prstGeom prst="rect">
            <a:avLst/>
          </a:prstGeom>
          <a:solidFill>
            <a:srgbClr val="FF8000"/>
          </a:solidFill>
          <a:ln w="12700">
            <a:solidFill>
              <a:srgbClr val="FF8000"/>
            </a:solidFill>
            <a:prstDash val="solid"/>
          </a:ln>
        </p:spPr>
        <p:txBody>
          <a:bodyPr/>
          <a:lstStyle/>
          <a:p>
            <a:endParaRPr lang="en-US"/>
          </a:p>
        </p:txBody>
      </p:sp>
      <p:sp>
        <p:nvSpPr>
          <p:cNvPr id="14" name="Shape 12"/>
          <p:cNvSpPr/>
          <p:nvPr/>
        </p:nvSpPr>
        <p:spPr>
          <a:xfrm>
            <a:off x="3657600" y="164592"/>
            <a:ext cx="457200" cy="164592"/>
          </a:xfrm>
          <a:prstGeom prst="rect">
            <a:avLst/>
          </a:prstGeom>
          <a:solidFill>
            <a:srgbClr val="FFD700"/>
          </a:solidFill>
          <a:ln w="12700">
            <a:solidFill>
              <a:srgbClr val="FFD700"/>
            </a:solidFill>
            <a:prstDash val="solid"/>
          </a:ln>
        </p:spPr>
        <p:txBody>
          <a:bodyPr/>
          <a:lstStyle/>
          <a:p>
            <a:endParaRPr lang="en-US"/>
          </a:p>
        </p:txBody>
      </p:sp>
      <p:sp>
        <p:nvSpPr>
          <p:cNvPr id="15" name="Shape 13"/>
          <p:cNvSpPr/>
          <p:nvPr/>
        </p:nvSpPr>
        <p:spPr>
          <a:xfrm>
            <a:off x="4114800" y="164592"/>
            <a:ext cx="457200" cy="164592"/>
          </a:xfrm>
          <a:prstGeom prst="rect">
            <a:avLst/>
          </a:prstGeom>
          <a:solidFill>
            <a:srgbClr val="FF8000"/>
          </a:solidFill>
          <a:ln w="12700">
            <a:solidFill>
              <a:srgbClr val="FF8000"/>
            </a:solidFill>
            <a:prstDash val="solid"/>
          </a:ln>
        </p:spPr>
        <p:txBody>
          <a:bodyPr/>
          <a:lstStyle/>
          <a:p>
            <a:endParaRPr lang="en-US"/>
          </a:p>
        </p:txBody>
      </p:sp>
      <p:sp>
        <p:nvSpPr>
          <p:cNvPr id="16" name="Shape 14"/>
          <p:cNvSpPr/>
          <p:nvPr/>
        </p:nvSpPr>
        <p:spPr>
          <a:xfrm>
            <a:off x="4572000" y="164592"/>
            <a:ext cx="457200" cy="164592"/>
          </a:xfrm>
          <a:prstGeom prst="rect">
            <a:avLst/>
          </a:prstGeom>
          <a:solidFill>
            <a:srgbClr val="FFD700"/>
          </a:solidFill>
          <a:ln w="12700">
            <a:solidFill>
              <a:srgbClr val="FFD700"/>
            </a:solidFill>
            <a:prstDash val="solid"/>
          </a:ln>
        </p:spPr>
        <p:txBody>
          <a:bodyPr/>
          <a:lstStyle/>
          <a:p>
            <a:endParaRPr lang="en-US"/>
          </a:p>
        </p:txBody>
      </p:sp>
      <p:sp>
        <p:nvSpPr>
          <p:cNvPr id="17" name="Shape 15"/>
          <p:cNvSpPr/>
          <p:nvPr/>
        </p:nvSpPr>
        <p:spPr>
          <a:xfrm>
            <a:off x="5029200" y="164592"/>
            <a:ext cx="457200" cy="164592"/>
          </a:xfrm>
          <a:prstGeom prst="rect">
            <a:avLst/>
          </a:prstGeom>
          <a:solidFill>
            <a:srgbClr val="FF8000"/>
          </a:solidFill>
          <a:ln w="12700">
            <a:solidFill>
              <a:srgbClr val="FF8000"/>
            </a:solidFill>
            <a:prstDash val="solid"/>
          </a:ln>
        </p:spPr>
        <p:txBody>
          <a:bodyPr/>
          <a:lstStyle/>
          <a:p>
            <a:endParaRPr lang="en-US"/>
          </a:p>
        </p:txBody>
      </p:sp>
      <p:sp>
        <p:nvSpPr>
          <p:cNvPr id="18" name="Shape 16"/>
          <p:cNvSpPr/>
          <p:nvPr/>
        </p:nvSpPr>
        <p:spPr>
          <a:xfrm>
            <a:off x="5486400" y="164592"/>
            <a:ext cx="457200" cy="164592"/>
          </a:xfrm>
          <a:prstGeom prst="rect">
            <a:avLst/>
          </a:prstGeom>
          <a:solidFill>
            <a:srgbClr val="FFD700"/>
          </a:solidFill>
          <a:ln w="12700">
            <a:solidFill>
              <a:srgbClr val="FFD700"/>
            </a:solidFill>
            <a:prstDash val="solid"/>
          </a:ln>
        </p:spPr>
        <p:txBody>
          <a:bodyPr/>
          <a:lstStyle/>
          <a:p>
            <a:endParaRPr lang="en-US"/>
          </a:p>
        </p:txBody>
      </p:sp>
      <p:sp>
        <p:nvSpPr>
          <p:cNvPr id="19" name="Shape 17"/>
          <p:cNvSpPr/>
          <p:nvPr/>
        </p:nvSpPr>
        <p:spPr>
          <a:xfrm>
            <a:off x="5943600" y="164592"/>
            <a:ext cx="457200" cy="164592"/>
          </a:xfrm>
          <a:prstGeom prst="rect">
            <a:avLst/>
          </a:prstGeom>
          <a:solidFill>
            <a:srgbClr val="FF8000"/>
          </a:solidFill>
          <a:ln w="12700">
            <a:solidFill>
              <a:srgbClr val="FF8000"/>
            </a:solidFill>
            <a:prstDash val="solid"/>
          </a:ln>
        </p:spPr>
        <p:txBody>
          <a:bodyPr/>
          <a:lstStyle/>
          <a:p>
            <a:endParaRPr lang="en-US"/>
          </a:p>
        </p:txBody>
      </p:sp>
      <p:sp>
        <p:nvSpPr>
          <p:cNvPr id="20" name="Shape 18"/>
          <p:cNvSpPr/>
          <p:nvPr/>
        </p:nvSpPr>
        <p:spPr>
          <a:xfrm>
            <a:off x="6400800" y="164592"/>
            <a:ext cx="457200" cy="164592"/>
          </a:xfrm>
          <a:prstGeom prst="rect">
            <a:avLst/>
          </a:prstGeom>
          <a:solidFill>
            <a:srgbClr val="FFD700"/>
          </a:solidFill>
          <a:ln w="12700">
            <a:solidFill>
              <a:srgbClr val="FFD700"/>
            </a:solidFill>
            <a:prstDash val="solid"/>
          </a:ln>
        </p:spPr>
        <p:txBody>
          <a:bodyPr/>
          <a:lstStyle/>
          <a:p>
            <a:endParaRPr lang="en-US"/>
          </a:p>
        </p:txBody>
      </p:sp>
      <p:sp>
        <p:nvSpPr>
          <p:cNvPr id="21" name="Shape 19"/>
          <p:cNvSpPr/>
          <p:nvPr/>
        </p:nvSpPr>
        <p:spPr>
          <a:xfrm>
            <a:off x="6858000" y="164592"/>
            <a:ext cx="457200" cy="164592"/>
          </a:xfrm>
          <a:prstGeom prst="rect">
            <a:avLst/>
          </a:prstGeom>
          <a:solidFill>
            <a:srgbClr val="FF8000"/>
          </a:solidFill>
          <a:ln w="12700">
            <a:solidFill>
              <a:srgbClr val="FF8000"/>
            </a:solidFill>
            <a:prstDash val="solid"/>
          </a:ln>
        </p:spPr>
        <p:txBody>
          <a:bodyPr/>
          <a:lstStyle/>
          <a:p>
            <a:endParaRPr lang="en-US"/>
          </a:p>
        </p:txBody>
      </p:sp>
      <p:sp>
        <p:nvSpPr>
          <p:cNvPr id="22" name="Shape 20"/>
          <p:cNvSpPr/>
          <p:nvPr/>
        </p:nvSpPr>
        <p:spPr>
          <a:xfrm>
            <a:off x="7315200" y="164592"/>
            <a:ext cx="457200" cy="164592"/>
          </a:xfrm>
          <a:prstGeom prst="rect">
            <a:avLst/>
          </a:prstGeom>
          <a:solidFill>
            <a:srgbClr val="FFD700"/>
          </a:solidFill>
          <a:ln w="12700">
            <a:solidFill>
              <a:srgbClr val="FFD700"/>
            </a:solidFill>
            <a:prstDash val="solid"/>
          </a:ln>
        </p:spPr>
        <p:txBody>
          <a:bodyPr/>
          <a:lstStyle/>
          <a:p>
            <a:endParaRPr lang="en-US"/>
          </a:p>
        </p:txBody>
      </p:sp>
      <p:sp>
        <p:nvSpPr>
          <p:cNvPr id="23" name="Shape 21"/>
          <p:cNvSpPr/>
          <p:nvPr/>
        </p:nvSpPr>
        <p:spPr>
          <a:xfrm>
            <a:off x="7772400" y="164592"/>
            <a:ext cx="457200" cy="164592"/>
          </a:xfrm>
          <a:prstGeom prst="rect">
            <a:avLst/>
          </a:prstGeom>
          <a:solidFill>
            <a:srgbClr val="FF8000"/>
          </a:solidFill>
          <a:ln w="12700">
            <a:solidFill>
              <a:srgbClr val="FF8000"/>
            </a:solidFill>
            <a:prstDash val="solid"/>
          </a:ln>
        </p:spPr>
        <p:txBody>
          <a:bodyPr/>
          <a:lstStyle/>
          <a:p>
            <a:endParaRPr lang="en-US"/>
          </a:p>
        </p:txBody>
      </p:sp>
      <p:sp>
        <p:nvSpPr>
          <p:cNvPr id="24" name="Shape 22"/>
          <p:cNvSpPr/>
          <p:nvPr/>
        </p:nvSpPr>
        <p:spPr>
          <a:xfrm>
            <a:off x="8229600" y="164592"/>
            <a:ext cx="457200" cy="164592"/>
          </a:xfrm>
          <a:prstGeom prst="rect">
            <a:avLst/>
          </a:prstGeom>
          <a:solidFill>
            <a:srgbClr val="FFD700"/>
          </a:solidFill>
          <a:ln w="12700">
            <a:solidFill>
              <a:srgbClr val="FFD700"/>
            </a:solidFill>
            <a:prstDash val="solid"/>
          </a:ln>
        </p:spPr>
        <p:txBody>
          <a:bodyPr/>
          <a:lstStyle/>
          <a:p>
            <a:endParaRPr lang="en-US"/>
          </a:p>
        </p:txBody>
      </p:sp>
      <p:sp>
        <p:nvSpPr>
          <p:cNvPr id="25" name="Shape 23"/>
          <p:cNvSpPr/>
          <p:nvPr/>
        </p:nvSpPr>
        <p:spPr>
          <a:xfrm>
            <a:off x="8686800" y="164592"/>
            <a:ext cx="457200" cy="164592"/>
          </a:xfrm>
          <a:prstGeom prst="rect">
            <a:avLst/>
          </a:prstGeom>
          <a:solidFill>
            <a:srgbClr val="FF8000"/>
          </a:solidFill>
          <a:ln w="12700">
            <a:solidFill>
              <a:srgbClr val="FF8000"/>
            </a:solidFill>
            <a:prstDash val="solid"/>
          </a:ln>
        </p:spPr>
        <p:txBody>
          <a:bodyPr/>
          <a:lstStyle/>
          <a:p>
            <a:endParaRPr lang="en-US"/>
          </a:p>
        </p:txBody>
      </p:sp>
      <p:sp>
        <p:nvSpPr>
          <p:cNvPr id="26" name="Shape 24"/>
          <p:cNvSpPr/>
          <p:nvPr/>
        </p:nvSpPr>
        <p:spPr>
          <a:xfrm>
            <a:off x="274320" y="384048"/>
            <a:ext cx="8595360" cy="768096"/>
          </a:xfrm>
          <a:prstGeom prst="rect">
            <a:avLst/>
          </a:prstGeom>
          <a:solidFill>
            <a:srgbClr val="000080"/>
          </a:solidFill>
          <a:ln w="50800">
            <a:solidFill>
              <a:srgbClr val="FFD700"/>
            </a:solidFill>
            <a:prstDash val="solid"/>
          </a:ln>
        </p:spPr>
        <p:txBody>
          <a:bodyPr/>
          <a:lstStyle/>
          <a:p>
            <a:endParaRPr lang="en-US"/>
          </a:p>
        </p:txBody>
      </p:sp>
      <p:sp>
        <p:nvSpPr>
          <p:cNvPr id="27" name="Text 25"/>
          <p:cNvSpPr/>
          <p:nvPr/>
        </p:nvSpPr>
        <p:spPr>
          <a:xfrm>
            <a:off x="274320" y="384048"/>
            <a:ext cx="8595360" cy="384048"/>
          </a:xfrm>
          <a:prstGeom prst="rect">
            <a:avLst/>
          </a:prstGeom>
          <a:noFill/>
          <a:ln/>
        </p:spPr>
        <p:txBody>
          <a:bodyPr wrap="square" rtlCol="0" anchor="ctr"/>
          <a:lstStyle/>
          <a:p>
            <a:pPr marL="0" indent="0" algn="ctr">
              <a:buNone/>
            </a:pPr>
            <a:r>
              <a:rPr lang="en-US" sz="3000" b="1" dirty="0">
                <a:solidFill>
                  <a:srgbClr val="FFD700"/>
                </a:solidFill>
                <a:latin typeface="Impact" pitchFamily="34" charset="0"/>
                <a:ea typeface="Impact" pitchFamily="34" charset="-122"/>
                <a:cs typeface="Impact" pitchFamily="34" charset="-120"/>
              </a:rPr>
              <a:t>SEVEN DOOMS</a:t>
            </a:r>
            <a:endParaRPr lang="en-US" sz="3000" dirty="0"/>
          </a:p>
        </p:txBody>
      </p:sp>
      <p:sp>
        <p:nvSpPr>
          <p:cNvPr id="28" name="Text 26"/>
          <p:cNvSpPr/>
          <p:nvPr/>
        </p:nvSpPr>
        <p:spPr>
          <a:xfrm>
            <a:off x="274320" y="731520"/>
            <a:ext cx="8595360" cy="420624"/>
          </a:xfrm>
          <a:prstGeom prst="rect">
            <a:avLst/>
          </a:prstGeom>
          <a:noFill/>
          <a:ln/>
        </p:spPr>
        <p:txBody>
          <a:bodyPr wrap="square" rtlCol="0" anchor="ctr"/>
          <a:lstStyle/>
          <a:p>
            <a:pPr marL="0" indent="0" algn="ctr">
              <a:buNone/>
            </a:pPr>
            <a:r>
              <a:rPr lang="en-US" sz="2600" b="1" kern="0" spc="400" dirty="0">
                <a:solidFill>
                  <a:srgbClr val="00FFFF"/>
                </a:solidFill>
                <a:latin typeface="Impact" pitchFamily="34" charset="0"/>
                <a:ea typeface="Impact" pitchFamily="34" charset="-122"/>
                <a:cs typeface="Impact" pitchFamily="34" charset="-120"/>
              </a:rPr>
              <a:t>J  E  O  P  A  R  D  Y  !</a:t>
            </a:r>
            <a:endParaRPr lang="en-US" sz="2600" dirty="0"/>
          </a:p>
        </p:txBody>
      </p:sp>
      <p:sp>
        <p:nvSpPr>
          <p:cNvPr id="29" name="Shape 27"/>
          <p:cNvSpPr/>
          <p:nvPr/>
        </p:nvSpPr>
        <p:spPr>
          <a:xfrm>
            <a:off x="274320" y="1243584"/>
            <a:ext cx="1353312" cy="713232"/>
          </a:xfrm>
          <a:prstGeom prst="rect">
            <a:avLst/>
          </a:prstGeom>
          <a:solidFill>
            <a:srgbClr val="1E3A8A"/>
          </a:solidFill>
          <a:ln w="25400">
            <a:solidFill>
              <a:srgbClr val="FFD700"/>
            </a:solidFill>
            <a:prstDash val="solid"/>
          </a:ln>
        </p:spPr>
        <p:txBody>
          <a:bodyPr/>
          <a:lstStyle/>
          <a:p>
            <a:endParaRPr lang="en-US"/>
          </a:p>
        </p:txBody>
      </p:sp>
      <p:sp>
        <p:nvSpPr>
          <p:cNvPr id="30" name="Text 28"/>
          <p:cNvSpPr/>
          <p:nvPr/>
        </p:nvSpPr>
        <p:spPr>
          <a:xfrm>
            <a:off x="274320" y="1243584"/>
            <a:ext cx="1353312" cy="713232"/>
          </a:xfrm>
          <a:prstGeom prst="rect">
            <a:avLst/>
          </a:prstGeom>
          <a:noFill/>
          <a:ln/>
        </p:spPr>
        <p:txBody>
          <a:bodyPr wrap="square" rtlCol="0" anchor="ctr"/>
          <a:lstStyle/>
          <a:p>
            <a:pPr marL="0" indent="0" algn="ctr">
              <a:buNone/>
            </a:pPr>
            <a:r>
              <a:rPr lang="en-US" sz="1100" b="1" dirty="0">
                <a:solidFill>
                  <a:srgbClr val="FFD700"/>
                </a:solidFill>
                <a:latin typeface="Impact" pitchFamily="34" charset="0"/>
                <a:ea typeface="Impact" pitchFamily="34" charset="-122"/>
                <a:cs typeface="Impact" pitchFamily="34" charset="-120"/>
              </a:rPr>
              <a:t>Rules</a:t>
            </a:r>
            <a:endParaRPr lang="en-US" sz="1100" dirty="0"/>
          </a:p>
          <a:p>
            <a:pPr marL="0" indent="0" algn="ctr">
              <a:buNone/>
            </a:pPr>
            <a:r>
              <a:rPr lang="en-US" sz="1100" b="1" dirty="0">
                <a:solidFill>
                  <a:srgbClr val="FFD700"/>
                </a:solidFill>
                <a:latin typeface="Impact" pitchFamily="34" charset="0"/>
                <a:ea typeface="Impact" pitchFamily="34" charset="-122"/>
                <a:cs typeface="Impact" pitchFamily="34" charset="-120"/>
              </a:rPr>
              <a:t>Are Fun</a:t>
            </a:r>
            <a:endParaRPr lang="en-US" sz="1100" dirty="0"/>
          </a:p>
        </p:txBody>
      </p:sp>
      <p:sp>
        <p:nvSpPr>
          <p:cNvPr id="31" name="Shape 29"/>
          <p:cNvSpPr/>
          <p:nvPr/>
        </p:nvSpPr>
        <p:spPr>
          <a:xfrm>
            <a:off x="1682496" y="1243584"/>
            <a:ext cx="1353312" cy="713232"/>
          </a:xfrm>
          <a:prstGeom prst="rect">
            <a:avLst/>
          </a:prstGeom>
          <a:solidFill>
            <a:srgbClr val="1E3A8A"/>
          </a:solidFill>
          <a:ln w="25400">
            <a:solidFill>
              <a:srgbClr val="FFD700"/>
            </a:solidFill>
            <a:prstDash val="solid"/>
          </a:ln>
        </p:spPr>
        <p:txBody>
          <a:bodyPr/>
          <a:lstStyle/>
          <a:p>
            <a:endParaRPr lang="en-US"/>
          </a:p>
        </p:txBody>
      </p:sp>
      <p:sp>
        <p:nvSpPr>
          <p:cNvPr id="32" name="Text 30"/>
          <p:cNvSpPr/>
          <p:nvPr/>
        </p:nvSpPr>
        <p:spPr>
          <a:xfrm>
            <a:off x="1682496" y="1243584"/>
            <a:ext cx="1353312" cy="713232"/>
          </a:xfrm>
          <a:prstGeom prst="rect">
            <a:avLst/>
          </a:prstGeom>
          <a:noFill/>
          <a:ln/>
        </p:spPr>
        <p:txBody>
          <a:bodyPr wrap="square" rtlCol="0" anchor="ctr"/>
          <a:lstStyle/>
          <a:p>
            <a:pPr marL="0" indent="0" algn="ctr">
              <a:buNone/>
            </a:pPr>
            <a:r>
              <a:rPr lang="en-US" sz="1100" b="1" dirty="0">
                <a:solidFill>
                  <a:srgbClr val="FFD700"/>
                </a:solidFill>
                <a:latin typeface="Impact" pitchFamily="34" charset="0"/>
                <a:ea typeface="Impact" pitchFamily="34" charset="-122"/>
                <a:cs typeface="Impact" pitchFamily="34" charset="-120"/>
              </a:rPr>
              <a:t>Making</a:t>
            </a:r>
            <a:endParaRPr lang="en-US" sz="1100" dirty="0"/>
          </a:p>
          <a:p>
            <a:pPr marL="0" indent="0" algn="ctr">
              <a:buNone/>
            </a:pPr>
            <a:r>
              <a:rPr lang="en-US" sz="1100" b="1" dirty="0">
                <a:solidFill>
                  <a:srgbClr val="FFD700"/>
                </a:solidFill>
                <a:latin typeface="Impact" pitchFamily="34" charset="0"/>
                <a:ea typeface="Impact" pitchFamily="34" charset="-122"/>
                <a:cs typeface="Impact" pitchFamily="34" charset="-120"/>
              </a:rPr>
              <a:t>of Kings</a:t>
            </a:r>
            <a:endParaRPr lang="en-US" sz="1100" dirty="0"/>
          </a:p>
        </p:txBody>
      </p:sp>
      <p:sp>
        <p:nvSpPr>
          <p:cNvPr id="33" name="Shape 31"/>
          <p:cNvSpPr/>
          <p:nvPr/>
        </p:nvSpPr>
        <p:spPr>
          <a:xfrm>
            <a:off x="3090672" y="1243584"/>
            <a:ext cx="1353312" cy="713232"/>
          </a:xfrm>
          <a:prstGeom prst="rect">
            <a:avLst/>
          </a:prstGeom>
          <a:solidFill>
            <a:srgbClr val="1E3A8A"/>
          </a:solidFill>
          <a:ln w="25400">
            <a:solidFill>
              <a:srgbClr val="FFD700"/>
            </a:solidFill>
            <a:prstDash val="solid"/>
          </a:ln>
        </p:spPr>
        <p:txBody>
          <a:bodyPr/>
          <a:lstStyle/>
          <a:p>
            <a:endParaRPr lang="en-US"/>
          </a:p>
        </p:txBody>
      </p:sp>
      <p:sp>
        <p:nvSpPr>
          <p:cNvPr id="34" name="Text 32"/>
          <p:cNvSpPr/>
          <p:nvPr/>
        </p:nvSpPr>
        <p:spPr>
          <a:xfrm>
            <a:off x="3090672" y="1243584"/>
            <a:ext cx="1353312" cy="713232"/>
          </a:xfrm>
          <a:prstGeom prst="rect">
            <a:avLst/>
          </a:prstGeom>
          <a:noFill/>
          <a:ln/>
        </p:spPr>
        <p:txBody>
          <a:bodyPr wrap="square" rtlCol="0" anchor="ctr"/>
          <a:lstStyle/>
          <a:p>
            <a:pPr marL="0" indent="0" algn="ctr">
              <a:buNone/>
            </a:pPr>
            <a:r>
              <a:rPr lang="en-US" sz="1100" b="1" dirty="0">
                <a:solidFill>
                  <a:srgbClr val="FFD700"/>
                </a:solidFill>
                <a:latin typeface="Impact" pitchFamily="34" charset="0"/>
                <a:ea typeface="Impact" pitchFamily="34" charset="-122"/>
                <a:cs typeface="Impact" pitchFamily="34" charset="-120"/>
              </a:rPr>
              <a:t>Aged Like</a:t>
            </a:r>
            <a:endParaRPr lang="en-US" sz="1100" dirty="0"/>
          </a:p>
          <a:p>
            <a:pPr marL="0" indent="0" algn="ctr">
              <a:buNone/>
            </a:pPr>
            <a:r>
              <a:rPr lang="en-US" sz="1100" b="1" dirty="0">
                <a:solidFill>
                  <a:srgbClr val="FFD700"/>
                </a:solidFill>
                <a:latin typeface="Impact" pitchFamily="34" charset="0"/>
                <a:ea typeface="Impact" pitchFamily="34" charset="-122"/>
                <a:cs typeface="Impact" pitchFamily="34" charset="-120"/>
              </a:rPr>
              <a:t>Ashes</a:t>
            </a:r>
            <a:endParaRPr lang="en-US" sz="1100" dirty="0"/>
          </a:p>
        </p:txBody>
      </p:sp>
      <p:sp>
        <p:nvSpPr>
          <p:cNvPr id="35" name="Shape 33"/>
          <p:cNvSpPr/>
          <p:nvPr/>
        </p:nvSpPr>
        <p:spPr>
          <a:xfrm>
            <a:off x="4498848" y="1243584"/>
            <a:ext cx="1353312" cy="713232"/>
          </a:xfrm>
          <a:prstGeom prst="rect">
            <a:avLst/>
          </a:prstGeom>
          <a:solidFill>
            <a:srgbClr val="1E3A8A"/>
          </a:solidFill>
          <a:ln w="25400">
            <a:solidFill>
              <a:srgbClr val="FFD700"/>
            </a:solidFill>
            <a:prstDash val="solid"/>
          </a:ln>
        </p:spPr>
        <p:txBody>
          <a:bodyPr/>
          <a:lstStyle/>
          <a:p>
            <a:endParaRPr lang="en-US"/>
          </a:p>
        </p:txBody>
      </p:sp>
      <p:sp>
        <p:nvSpPr>
          <p:cNvPr id="36" name="Text 34"/>
          <p:cNvSpPr/>
          <p:nvPr/>
        </p:nvSpPr>
        <p:spPr>
          <a:xfrm>
            <a:off x="4498848" y="1243584"/>
            <a:ext cx="1353312" cy="713232"/>
          </a:xfrm>
          <a:prstGeom prst="rect">
            <a:avLst/>
          </a:prstGeom>
          <a:noFill/>
          <a:ln/>
        </p:spPr>
        <p:txBody>
          <a:bodyPr wrap="square" rtlCol="0" anchor="ctr"/>
          <a:lstStyle/>
          <a:p>
            <a:pPr marL="0" indent="0" algn="ctr">
              <a:buNone/>
            </a:pPr>
            <a:r>
              <a:rPr lang="en-US" sz="1100" b="1" dirty="0">
                <a:solidFill>
                  <a:srgbClr val="FFD700"/>
                </a:solidFill>
                <a:latin typeface="Impact" pitchFamily="34" charset="0"/>
                <a:ea typeface="Impact" pitchFamily="34" charset="-122"/>
                <a:cs typeface="Impact" pitchFamily="34" charset="-120"/>
              </a:rPr>
              <a:t>I Don't</a:t>
            </a:r>
            <a:endParaRPr lang="en-US" sz="1100" dirty="0"/>
          </a:p>
          <a:p>
            <a:pPr marL="0" indent="0" algn="ctr">
              <a:buNone/>
            </a:pPr>
            <a:r>
              <a:rPr lang="en-US" sz="1100" b="1" dirty="0">
                <a:solidFill>
                  <a:srgbClr val="FFD700"/>
                </a:solidFill>
                <a:latin typeface="Impact" pitchFamily="34" charset="0"/>
                <a:ea typeface="Impact" pitchFamily="34" charset="-122"/>
                <a:cs typeface="Impact" pitchFamily="34" charset="-120"/>
              </a:rPr>
              <a:t>Like</a:t>
            </a:r>
            <a:endParaRPr lang="en-US" sz="1100" dirty="0"/>
          </a:p>
          <a:p>
            <a:pPr marL="0" indent="0" algn="ctr">
              <a:buNone/>
            </a:pPr>
            <a:r>
              <a:rPr lang="en-US" sz="1100" b="1" dirty="0">
                <a:solidFill>
                  <a:srgbClr val="FFD700"/>
                </a:solidFill>
                <a:latin typeface="Impact" pitchFamily="34" charset="0"/>
                <a:ea typeface="Impact" pitchFamily="34" charset="-122"/>
                <a:cs typeface="Impact" pitchFamily="34" charset="-120"/>
              </a:rPr>
              <a:t>Sandpoint</a:t>
            </a:r>
            <a:endParaRPr lang="en-US" sz="1100" dirty="0"/>
          </a:p>
        </p:txBody>
      </p:sp>
      <p:sp>
        <p:nvSpPr>
          <p:cNvPr id="37" name="Shape 35"/>
          <p:cNvSpPr/>
          <p:nvPr/>
        </p:nvSpPr>
        <p:spPr>
          <a:xfrm>
            <a:off x="5907024" y="1243584"/>
            <a:ext cx="1353312" cy="713232"/>
          </a:xfrm>
          <a:prstGeom prst="rect">
            <a:avLst/>
          </a:prstGeom>
          <a:solidFill>
            <a:srgbClr val="1E3A8A"/>
          </a:solidFill>
          <a:ln w="25400">
            <a:solidFill>
              <a:srgbClr val="FFD700"/>
            </a:solidFill>
            <a:prstDash val="solid"/>
          </a:ln>
        </p:spPr>
        <p:txBody>
          <a:bodyPr/>
          <a:lstStyle/>
          <a:p>
            <a:endParaRPr lang="en-US"/>
          </a:p>
        </p:txBody>
      </p:sp>
      <p:sp>
        <p:nvSpPr>
          <p:cNvPr id="38" name="Text 36"/>
          <p:cNvSpPr/>
          <p:nvPr/>
        </p:nvSpPr>
        <p:spPr>
          <a:xfrm>
            <a:off x="5907024" y="1243584"/>
            <a:ext cx="1353312" cy="713232"/>
          </a:xfrm>
          <a:prstGeom prst="rect">
            <a:avLst/>
          </a:prstGeom>
          <a:noFill/>
          <a:ln/>
        </p:spPr>
        <p:txBody>
          <a:bodyPr wrap="square" rtlCol="0" anchor="ctr"/>
          <a:lstStyle/>
          <a:p>
            <a:pPr marL="0" indent="0" algn="ctr">
              <a:buNone/>
            </a:pPr>
            <a:r>
              <a:rPr lang="en-US" sz="1100" b="1" dirty="0">
                <a:solidFill>
                  <a:srgbClr val="FFD700"/>
                </a:solidFill>
                <a:latin typeface="Impact" pitchFamily="34" charset="0"/>
                <a:ea typeface="Impact" pitchFamily="34" charset="-122"/>
                <a:cs typeface="Impact" pitchFamily="34" charset="-120"/>
              </a:rPr>
              <a:t>History</a:t>
            </a:r>
            <a:endParaRPr lang="en-US" sz="1100" dirty="0"/>
          </a:p>
          <a:p>
            <a:pPr marL="0" indent="0" algn="ctr">
              <a:buNone/>
            </a:pPr>
            <a:r>
              <a:rPr lang="en-US" sz="1100" b="1" dirty="0">
                <a:solidFill>
                  <a:srgbClr val="FFD700"/>
                </a:solidFill>
                <a:latin typeface="Impact" pitchFamily="34" charset="0"/>
                <a:ea typeface="Impact" pitchFamily="34" charset="-122"/>
                <a:cs typeface="Impact" pitchFamily="34" charset="-120"/>
              </a:rPr>
              <a:t>101</a:t>
            </a:r>
            <a:endParaRPr lang="en-US" sz="1100" dirty="0"/>
          </a:p>
        </p:txBody>
      </p:sp>
      <p:sp>
        <p:nvSpPr>
          <p:cNvPr id="39" name="Shape 37"/>
          <p:cNvSpPr/>
          <p:nvPr/>
        </p:nvSpPr>
        <p:spPr>
          <a:xfrm>
            <a:off x="7315200" y="1243584"/>
            <a:ext cx="1353312" cy="713232"/>
          </a:xfrm>
          <a:prstGeom prst="rect">
            <a:avLst/>
          </a:prstGeom>
          <a:solidFill>
            <a:srgbClr val="1E3A8A"/>
          </a:solidFill>
          <a:ln w="25400">
            <a:solidFill>
              <a:srgbClr val="FFD700"/>
            </a:solidFill>
            <a:prstDash val="solid"/>
          </a:ln>
        </p:spPr>
        <p:txBody>
          <a:bodyPr/>
          <a:lstStyle/>
          <a:p>
            <a:endParaRPr lang="en-US"/>
          </a:p>
        </p:txBody>
      </p:sp>
      <p:sp>
        <p:nvSpPr>
          <p:cNvPr id="40" name="Text 38"/>
          <p:cNvSpPr/>
          <p:nvPr/>
        </p:nvSpPr>
        <p:spPr>
          <a:xfrm>
            <a:off x="7315200" y="1243584"/>
            <a:ext cx="1353312" cy="713232"/>
          </a:xfrm>
          <a:prstGeom prst="rect">
            <a:avLst/>
          </a:prstGeom>
          <a:noFill/>
          <a:ln/>
        </p:spPr>
        <p:txBody>
          <a:bodyPr wrap="square" rtlCol="0" anchor="ctr"/>
          <a:lstStyle/>
          <a:p>
            <a:pPr marL="0" indent="0" algn="ctr">
              <a:buNone/>
            </a:pPr>
            <a:r>
              <a:rPr lang="en-US" sz="1100" b="1" dirty="0">
                <a:solidFill>
                  <a:srgbClr val="FFD700"/>
                </a:solidFill>
                <a:latin typeface="Impact" pitchFamily="34" charset="0"/>
                <a:ea typeface="Impact" pitchFamily="34" charset="-122"/>
                <a:cs typeface="Impact" pitchFamily="34" charset="-120"/>
              </a:rPr>
              <a:t>History</a:t>
            </a:r>
            <a:endParaRPr lang="en-US" sz="1100" dirty="0"/>
          </a:p>
          <a:p>
            <a:pPr marL="0" indent="0" algn="ctr">
              <a:buNone/>
            </a:pPr>
            <a:r>
              <a:rPr lang="en-US" sz="1100" b="1" dirty="0">
                <a:solidFill>
                  <a:srgbClr val="FFD700"/>
                </a:solidFill>
                <a:latin typeface="Impact" pitchFamily="34" charset="0"/>
                <a:ea typeface="Impact" pitchFamily="34" charset="-122"/>
                <a:cs typeface="Impact" pitchFamily="34" charset="-120"/>
              </a:rPr>
              <a:t>201</a:t>
            </a:r>
            <a:endParaRPr lang="en-US" sz="1100" dirty="0"/>
          </a:p>
        </p:txBody>
      </p:sp>
      <p:sp>
        <p:nvSpPr>
          <p:cNvPr id="41" name="Shape 39"/>
          <p:cNvSpPr/>
          <p:nvPr/>
        </p:nvSpPr>
        <p:spPr>
          <a:xfrm>
            <a:off x="274320" y="2011680"/>
            <a:ext cx="1353312" cy="530352"/>
          </a:xfrm>
          <a:prstGeom prst="rect">
            <a:avLst/>
          </a:prstGeom>
          <a:solidFill>
            <a:srgbClr val="00008B"/>
          </a:solidFill>
          <a:ln w="12700">
            <a:solidFill>
              <a:srgbClr val="FFD700"/>
            </a:solidFill>
            <a:prstDash val="solid"/>
          </a:ln>
        </p:spPr>
        <p:txBody>
          <a:bodyPr/>
          <a:lstStyle/>
          <a:p>
            <a:endParaRPr lang="en-US"/>
          </a:p>
        </p:txBody>
      </p:sp>
      <p:sp>
        <p:nvSpPr>
          <p:cNvPr id="42" name="Text 40"/>
          <p:cNvSpPr/>
          <p:nvPr/>
        </p:nvSpPr>
        <p:spPr>
          <a:xfrm>
            <a:off x="274320" y="2011680"/>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100</a:t>
            </a:r>
            <a:endParaRPr lang="en-US" sz="1800" dirty="0"/>
          </a:p>
        </p:txBody>
      </p:sp>
      <p:sp>
        <p:nvSpPr>
          <p:cNvPr id="43" name="Shape 41"/>
          <p:cNvSpPr/>
          <p:nvPr/>
        </p:nvSpPr>
        <p:spPr>
          <a:xfrm>
            <a:off x="1682496" y="2011680"/>
            <a:ext cx="1353312" cy="530352"/>
          </a:xfrm>
          <a:prstGeom prst="rect">
            <a:avLst/>
          </a:prstGeom>
          <a:solidFill>
            <a:srgbClr val="00008B"/>
          </a:solidFill>
          <a:ln w="12700">
            <a:solidFill>
              <a:srgbClr val="FFD700"/>
            </a:solidFill>
            <a:prstDash val="solid"/>
          </a:ln>
        </p:spPr>
        <p:txBody>
          <a:bodyPr/>
          <a:lstStyle/>
          <a:p>
            <a:endParaRPr lang="en-US"/>
          </a:p>
        </p:txBody>
      </p:sp>
      <p:sp>
        <p:nvSpPr>
          <p:cNvPr id="44" name="Text 42"/>
          <p:cNvSpPr/>
          <p:nvPr/>
        </p:nvSpPr>
        <p:spPr>
          <a:xfrm>
            <a:off x="1682496" y="2011680"/>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100</a:t>
            </a:r>
            <a:endParaRPr lang="en-US" sz="1800" dirty="0"/>
          </a:p>
        </p:txBody>
      </p:sp>
      <p:sp>
        <p:nvSpPr>
          <p:cNvPr id="45" name="Shape 43"/>
          <p:cNvSpPr/>
          <p:nvPr/>
        </p:nvSpPr>
        <p:spPr>
          <a:xfrm>
            <a:off x="3090672" y="2011680"/>
            <a:ext cx="1353312" cy="530352"/>
          </a:xfrm>
          <a:prstGeom prst="rect">
            <a:avLst/>
          </a:prstGeom>
          <a:solidFill>
            <a:srgbClr val="00008B"/>
          </a:solidFill>
          <a:ln w="12700">
            <a:solidFill>
              <a:srgbClr val="FFD700"/>
            </a:solidFill>
            <a:prstDash val="solid"/>
          </a:ln>
        </p:spPr>
        <p:txBody>
          <a:bodyPr/>
          <a:lstStyle/>
          <a:p>
            <a:endParaRPr lang="en-US"/>
          </a:p>
        </p:txBody>
      </p:sp>
      <p:sp>
        <p:nvSpPr>
          <p:cNvPr id="46" name="Text 44"/>
          <p:cNvSpPr/>
          <p:nvPr/>
        </p:nvSpPr>
        <p:spPr>
          <a:xfrm>
            <a:off x="3090672" y="2011680"/>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100</a:t>
            </a:r>
            <a:endParaRPr lang="en-US" sz="1800" dirty="0"/>
          </a:p>
        </p:txBody>
      </p:sp>
      <p:sp>
        <p:nvSpPr>
          <p:cNvPr id="47" name="Shape 45"/>
          <p:cNvSpPr/>
          <p:nvPr/>
        </p:nvSpPr>
        <p:spPr>
          <a:xfrm>
            <a:off x="4498848" y="2011680"/>
            <a:ext cx="1353312" cy="530352"/>
          </a:xfrm>
          <a:prstGeom prst="rect">
            <a:avLst/>
          </a:prstGeom>
          <a:solidFill>
            <a:srgbClr val="00008B"/>
          </a:solidFill>
          <a:ln w="12700">
            <a:solidFill>
              <a:srgbClr val="FFD700"/>
            </a:solidFill>
            <a:prstDash val="solid"/>
          </a:ln>
        </p:spPr>
        <p:txBody>
          <a:bodyPr/>
          <a:lstStyle/>
          <a:p>
            <a:endParaRPr lang="en-US"/>
          </a:p>
        </p:txBody>
      </p:sp>
      <p:sp>
        <p:nvSpPr>
          <p:cNvPr id="48" name="Text 46"/>
          <p:cNvSpPr/>
          <p:nvPr/>
        </p:nvSpPr>
        <p:spPr>
          <a:xfrm>
            <a:off x="4498848" y="2011680"/>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100</a:t>
            </a:r>
            <a:endParaRPr lang="en-US" sz="1800" dirty="0"/>
          </a:p>
        </p:txBody>
      </p:sp>
      <p:sp>
        <p:nvSpPr>
          <p:cNvPr id="49" name="Shape 47"/>
          <p:cNvSpPr/>
          <p:nvPr/>
        </p:nvSpPr>
        <p:spPr>
          <a:xfrm>
            <a:off x="5907024" y="2011680"/>
            <a:ext cx="1353312" cy="530352"/>
          </a:xfrm>
          <a:prstGeom prst="rect">
            <a:avLst/>
          </a:prstGeom>
          <a:solidFill>
            <a:srgbClr val="00008B"/>
          </a:solidFill>
          <a:ln w="12700">
            <a:solidFill>
              <a:srgbClr val="FFD700"/>
            </a:solidFill>
            <a:prstDash val="solid"/>
          </a:ln>
        </p:spPr>
        <p:txBody>
          <a:bodyPr/>
          <a:lstStyle/>
          <a:p>
            <a:endParaRPr lang="en-US"/>
          </a:p>
        </p:txBody>
      </p:sp>
      <p:sp>
        <p:nvSpPr>
          <p:cNvPr id="50" name="Text 48"/>
          <p:cNvSpPr/>
          <p:nvPr/>
        </p:nvSpPr>
        <p:spPr>
          <a:xfrm>
            <a:off x="5907024" y="2011680"/>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100</a:t>
            </a:r>
            <a:endParaRPr lang="en-US" sz="1800" dirty="0"/>
          </a:p>
        </p:txBody>
      </p:sp>
      <p:sp>
        <p:nvSpPr>
          <p:cNvPr id="51" name="Shape 49"/>
          <p:cNvSpPr/>
          <p:nvPr/>
        </p:nvSpPr>
        <p:spPr>
          <a:xfrm>
            <a:off x="7315200" y="2011680"/>
            <a:ext cx="1353312" cy="530352"/>
          </a:xfrm>
          <a:prstGeom prst="rect">
            <a:avLst/>
          </a:prstGeom>
          <a:solidFill>
            <a:srgbClr val="00008B"/>
          </a:solidFill>
          <a:ln w="12700">
            <a:solidFill>
              <a:srgbClr val="FFD700"/>
            </a:solidFill>
            <a:prstDash val="solid"/>
          </a:ln>
        </p:spPr>
        <p:txBody>
          <a:bodyPr/>
          <a:lstStyle/>
          <a:p>
            <a:endParaRPr lang="en-US"/>
          </a:p>
        </p:txBody>
      </p:sp>
      <p:sp>
        <p:nvSpPr>
          <p:cNvPr id="52" name="Text 50"/>
          <p:cNvSpPr/>
          <p:nvPr/>
        </p:nvSpPr>
        <p:spPr>
          <a:xfrm>
            <a:off x="7315200" y="2011680"/>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100</a:t>
            </a:r>
            <a:endParaRPr lang="en-US" sz="1800" dirty="0"/>
          </a:p>
        </p:txBody>
      </p:sp>
      <p:sp>
        <p:nvSpPr>
          <p:cNvPr id="53" name="Shape 51"/>
          <p:cNvSpPr/>
          <p:nvPr/>
        </p:nvSpPr>
        <p:spPr>
          <a:xfrm>
            <a:off x="274320" y="2596896"/>
            <a:ext cx="1353312" cy="530352"/>
          </a:xfrm>
          <a:prstGeom prst="rect">
            <a:avLst/>
          </a:prstGeom>
          <a:solidFill>
            <a:srgbClr val="00008B"/>
          </a:solidFill>
          <a:ln w="12700">
            <a:solidFill>
              <a:srgbClr val="FFD700"/>
            </a:solidFill>
            <a:prstDash val="solid"/>
          </a:ln>
        </p:spPr>
        <p:txBody>
          <a:bodyPr/>
          <a:lstStyle/>
          <a:p>
            <a:endParaRPr lang="en-US"/>
          </a:p>
        </p:txBody>
      </p:sp>
      <p:sp>
        <p:nvSpPr>
          <p:cNvPr id="54" name="Text 52"/>
          <p:cNvSpPr/>
          <p:nvPr/>
        </p:nvSpPr>
        <p:spPr>
          <a:xfrm>
            <a:off x="274320" y="2596896"/>
            <a:ext cx="1353312" cy="530352"/>
          </a:xfrm>
          <a:prstGeom prst="rect">
            <a:avLst/>
          </a:prstGeom>
          <a:noFill/>
          <a:ln/>
        </p:spPr>
        <p:txBody>
          <a:bodyPr wrap="square" rtlCol="0" anchor="ctr"/>
          <a:lstStyle/>
          <a:p>
            <a:pPr marL="0" indent="0" algn="ctr">
              <a:buNone/>
            </a:pPr>
            <a:endParaRPr lang="en-US" sz="1800" dirty="0"/>
          </a:p>
        </p:txBody>
      </p:sp>
      <p:sp>
        <p:nvSpPr>
          <p:cNvPr id="55" name="Shape 53"/>
          <p:cNvSpPr/>
          <p:nvPr/>
        </p:nvSpPr>
        <p:spPr>
          <a:xfrm>
            <a:off x="1682496" y="2596896"/>
            <a:ext cx="1353312" cy="530352"/>
          </a:xfrm>
          <a:prstGeom prst="rect">
            <a:avLst/>
          </a:prstGeom>
          <a:solidFill>
            <a:srgbClr val="00008B"/>
          </a:solidFill>
          <a:ln w="12700">
            <a:solidFill>
              <a:srgbClr val="FFD700"/>
            </a:solidFill>
            <a:prstDash val="solid"/>
          </a:ln>
        </p:spPr>
        <p:txBody>
          <a:bodyPr/>
          <a:lstStyle/>
          <a:p>
            <a:endParaRPr lang="en-US"/>
          </a:p>
        </p:txBody>
      </p:sp>
      <p:sp>
        <p:nvSpPr>
          <p:cNvPr id="56" name="Text 54"/>
          <p:cNvSpPr/>
          <p:nvPr/>
        </p:nvSpPr>
        <p:spPr>
          <a:xfrm>
            <a:off x="1682496" y="2596896"/>
            <a:ext cx="1353312" cy="530352"/>
          </a:xfrm>
          <a:prstGeom prst="rect">
            <a:avLst/>
          </a:prstGeom>
          <a:noFill/>
          <a:ln/>
        </p:spPr>
        <p:txBody>
          <a:bodyPr wrap="square" rtlCol="0" anchor="ctr"/>
          <a:lstStyle/>
          <a:p>
            <a:pPr marL="0" indent="0" algn="ctr">
              <a:buNone/>
            </a:pPr>
            <a:endParaRPr lang="en-US" sz="1800" dirty="0"/>
          </a:p>
        </p:txBody>
      </p:sp>
      <p:sp>
        <p:nvSpPr>
          <p:cNvPr id="57" name="Shape 55"/>
          <p:cNvSpPr/>
          <p:nvPr/>
        </p:nvSpPr>
        <p:spPr>
          <a:xfrm>
            <a:off x="3090672" y="2596896"/>
            <a:ext cx="1353312" cy="530352"/>
          </a:xfrm>
          <a:prstGeom prst="rect">
            <a:avLst/>
          </a:prstGeom>
          <a:solidFill>
            <a:srgbClr val="00008B"/>
          </a:solidFill>
          <a:ln w="12700">
            <a:solidFill>
              <a:srgbClr val="FFD700"/>
            </a:solidFill>
            <a:prstDash val="solid"/>
          </a:ln>
        </p:spPr>
        <p:txBody>
          <a:bodyPr/>
          <a:lstStyle/>
          <a:p>
            <a:endParaRPr lang="en-US"/>
          </a:p>
        </p:txBody>
      </p:sp>
      <p:sp>
        <p:nvSpPr>
          <p:cNvPr id="58" name="Text 56"/>
          <p:cNvSpPr/>
          <p:nvPr/>
        </p:nvSpPr>
        <p:spPr>
          <a:xfrm>
            <a:off x="3090672" y="2596896"/>
            <a:ext cx="1353312" cy="530352"/>
          </a:xfrm>
          <a:prstGeom prst="rect">
            <a:avLst/>
          </a:prstGeom>
          <a:noFill/>
          <a:ln/>
        </p:spPr>
        <p:txBody>
          <a:bodyPr wrap="square" rtlCol="0" anchor="ctr"/>
          <a:lstStyle/>
          <a:p>
            <a:pPr marL="0" indent="0" algn="ctr">
              <a:buNone/>
            </a:pPr>
            <a:endParaRPr lang="en-US" sz="1800" dirty="0"/>
          </a:p>
        </p:txBody>
      </p:sp>
      <p:sp>
        <p:nvSpPr>
          <p:cNvPr id="59" name="Shape 57"/>
          <p:cNvSpPr/>
          <p:nvPr/>
        </p:nvSpPr>
        <p:spPr>
          <a:xfrm>
            <a:off x="4498848" y="2596896"/>
            <a:ext cx="1353312" cy="530352"/>
          </a:xfrm>
          <a:prstGeom prst="rect">
            <a:avLst/>
          </a:prstGeom>
          <a:solidFill>
            <a:srgbClr val="00008B"/>
          </a:solidFill>
          <a:ln w="12700">
            <a:solidFill>
              <a:srgbClr val="FFD700"/>
            </a:solidFill>
            <a:prstDash val="solid"/>
          </a:ln>
        </p:spPr>
        <p:txBody>
          <a:bodyPr/>
          <a:lstStyle/>
          <a:p>
            <a:endParaRPr lang="en-US"/>
          </a:p>
        </p:txBody>
      </p:sp>
      <p:sp>
        <p:nvSpPr>
          <p:cNvPr id="60" name="Text 58"/>
          <p:cNvSpPr/>
          <p:nvPr/>
        </p:nvSpPr>
        <p:spPr>
          <a:xfrm>
            <a:off x="4498848" y="2596896"/>
            <a:ext cx="1353312" cy="530352"/>
          </a:xfrm>
          <a:prstGeom prst="rect">
            <a:avLst/>
          </a:prstGeom>
          <a:noFill/>
          <a:ln/>
        </p:spPr>
        <p:txBody>
          <a:bodyPr wrap="square" rtlCol="0" anchor="ctr"/>
          <a:lstStyle/>
          <a:p>
            <a:pPr marL="0" indent="0" algn="ctr">
              <a:buNone/>
            </a:pPr>
            <a:endParaRPr lang="en-US" sz="1800" dirty="0"/>
          </a:p>
        </p:txBody>
      </p:sp>
      <p:sp>
        <p:nvSpPr>
          <p:cNvPr id="61" name="Shape 59"/>
          <p:cNvSpPr/>
          <p:nvPr/>
        </p:nvSpPr>
        <p:spPr>
          <a:xfrm>
            <a:off x="5907024" y="2596896"/>
            <a:ext cx="1353312" cy="530352"/>
          </a:xfrm>
          <a:prstGeom prst="rect">
            <a:avLst/>
          </a:prstGeom>
          <a:solidFill>
            <a:srgbClr val="00008B"/>
          </a:solidFill>
          <a:ln w="12700">
            <a:solidFill>
              <a:srgbClr val="FFD700"/>
            </a:solidFill>
            <a:prstDash val="solid"/>
          </a:ln>
        </p:spPr>
        <p:txBody>
          <a:bodyPr/>
          <a:lstStyle/>
          <a:p>
            <a:endParaRPr lang="en-US"/>
          </a:p>
        </p:txBody>
      </p:sp>
      <p:sp>
        <p:nvSpPr>
          <p:cNvPr id="62" name="Text 60"/>
          <p:cNvSpPr/>
          <p:nvPr/>
        </p:nvSpPr>
        <p:spPr>
          <a:xfrm>
            <a:off x="5907024" y="2596896"/>
            <a:ext cx="1353312" cy="530352"/>
          </a:xfrm>
          <a:prstGeom prst="rect">
            <a:avLst/>
          </a:prstGeom>
          <a:noFill/>
          <a:ln/>
        </p:spPr>
        <p:txBody>
          <a:bodyPr wrap="square" rtlCol="0" anchor="ctr"/>
          <a:lstStyle/>
          <a:p>
            <a:pPr marL="0" indent="0" algn="ctr">
              <a:buNone/>
            </a:pPr>
            <a:endParaRPr lang="en-US" sz="1800" dirty="0"/>
          </a:p>
        </p:txBody>
      </p:sp>
      <p:sp>
        <p:nvSpPr>
          <p:cNvPr id="63" name="Shape 61"/>
          <p:cNvSpPr/>
          <p:nvPr/>
        </p:nvSpPr>
        <p:spPr>
          <a:xfrm>
            <a:off x="7315200" y="2596896"/>
            <a:ext cx="1353312" cy="530352"/>
          </a:xfrm>
          <a:prstGeom prst="rect">
            <a:avLst/>
          </a:prstGeom>
          <a:solidFill>
            <a:srgbClr val="00008B"/>
          </a:solidFill>
          <a:ln w="12700">
            <a:solidFill>
              <a:srgbClr val="FFD700"/>
            </a:solidFill>
            <a:prstDash val="solid"/>
          </a:ln>
        </p:spPr>
        <p:txBody>
          <a:bodyPr/>
          <a:lstStyle/>
          <a:p>
            <a:endParaRPr lang="en-US"/>
          </a:p>
        </p:txBody>
      </p:sp>
      <p:sp>
        <p:nvSpPr>
          <p:cNvPr id="64" name="Text 62"/>
          <p:cNvSpPr/>
          <p:nvPr/>
        </p:nvSpPr>
        <p:spPr>
          <a:xfrm>
            <a:off x="7315200" y="2596896"/>
            <a:ext cx="1353312" cy="530352"/>
          </a:xfrm>
          <a:prstGeom prst="rect">
            <a:avLst/>
          </a:prstGeom>
          <a:noFill/>
          <a:ln/>
        </p:spPr>
        <p:txBody>
          <a:bodyPr wrap="square" rtlCol="0" anchor="ctr"/>
          <a:lstStyle/>
          <a:p>
            <a:pPr marL="0" indent="0" algn="ctr">
              <a:buNone/>
            </a:pPr>
            <a:endParaRPr lang="en-US" sz="1800" dirty="0"/>
          </a:p>
        </p:txBody>
      </p:sp>
      <p:sp>
        <p:nvSpPr>
          <p:cNvPr id="65" name="Shape 63"/>
          <p:cNvSpPr/>
          <p:nvPr/>
        </p:nvSpPr>
        <p:spPr>
          <a:xfrm>
            <a:off x="274320" y="3182112"/>
            <a:ext cx="1353312" cy="530352"/>
          </a:xfrm>
          <a:prstGeom prst="rect">
            <a:avLst/>
          </a:prstGeom>
          <a:solidFill>
            <a:srgbClr val="00008B"/>
          </a:solidFill>
          <a:ln w="12700">
            <a:solidFill>
              <a:srgbClr val="FFD700"/>
            </a:solidFill>
            <a:prstDash val="solid"/>
          </a:ln>
        </p:spPr>
        <p:txBody>
          <a:bodyPr/>
          <a:lstStyle/>
          <a:p>
            <a:endParaRPr lang="en-US"/>
          </a:p>
        </p:txBody>
      </p:sp>
      <p:sp>
        <p:nvSpPr>
          <p:cNvPr id="66" name="Text 64"/>
          <p:cNvSpPr/>
          <p:nvPr/>
        </p:nvSpPr>
        <p:spPr>
          <a:xfrm>
            <a:off x="274320" y="3182112"/>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300</a:t>
            </a:r>
            <a:endParaRPr lang="en-US" sz="1800" dirty="0"/>
          </a:p>
        </p:txBody>
      </p:sp>
      <p:sp>
        <p:nvSpPr>
          <p:cNvPr id="67" name="Shape 65"/>
          <p:cNvSpPr/>
          <p:nvPr/>
        </p:nvSpPr>
        <p:spPr>
          <a:xfrm>
            <a:off x="1682496" y="3182112"/>
            <a:ext cx="1353312" cy="530352"/>
          </a:xfrm>
          <a:prstGeom prst="rect">
            <a:avLst/>
          </a:prstGeom>
          <a:solidFill>
            <a:srgbClr val="00008B"/>
          </a:solidFill>
          <a:ln w="12700">
            <a:solidFill>
              <a:srgbClr val="FFD700"/>
            </a:solidFill>
            <a:prstDash val="solid"/>
          </a:ln>
        </p:spPr>
        <p:txBody>
          <a:bodyPr/>
          <a:lstStyle/>
          <a:p>
            <a:endParaRPr lang="en-US"/>
          </a:p>
        </p:txBody>
      </p:sp>
      <p:sp>
        <p:nvSpPr>
          <p:cNvPr id="68" name="Text 66"/>
          <p:cNvSpPr/>
          <p:nvPr/>
        </p:nvSpPr>
        <p:spPr>
          <a:xfrm>
            <a:off x="1682496" y="3182112"/>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300</a:t>
            </a:r>
            <a:endParaRPr lang="en-US" sz="1800" dirty="0"/>
          </a:p>
        </p:txBody>
      </p:sp>
      <p:sp>
        <p:nvSpPr>
          <p:cNvPr id="69" name="Shape 67"/>
          <p:cNvSpPr/>
          <p:nvPr/>
        </p:nvSpPr>
        <p:spPr>
          <a:xfrm>
            <a:off x="3090672" y="3182112"/>
            <a:ext cx="1353312" cy="530352"/>
          </a:xfrm>
          <a:prstGeom prst="rect">
            <a:avLst/>
          </a:prstGeom>
          <a:solidFill>
            <a:srgbClr val="00008B"/>
          </a:solidFill>
          <a:ln w="12700">
            <a:solidFill>
              <a:srgbClr val="FFD700"/>
            </a:solidFill>
            <a:prstDash val="solid"/>
          </a:ln>
        </p:spPr>
        <p:txBody>
          <a:bodyPr/>
          <a:lstStyle/>
          <a:p>
            <a:endParaRPr lang="en-US"/>
          </a:p>
        </p:txBody>
      </p:sp>
      <p:sp>
        <p:nvSpPr>
          <p:cNvPr id="70" name="Text 68"/>
          <p:cNvSpPr/>
          <p:nvPr/>
        </p:nvSpPr>
        <p:spPr>
          <a:xfrm>
            <a:off x="3090672" y="3182112"/>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300</a:t>
            </a:r>
            <a:endParaRPr lang="en-US" sz="1800" dirty="0"/>
          </a:p>
        </p:txBody>
      </p:sp>
      <p:sp>
        <p:nvSpPr>
          <p:cNvPr id="71" name="Shape 69"/>
          <p:cNvSpPr/>
          <p:nvPr/>
        </p:nvSpPr>
        <p:spPr>
          <a:xfrm>
            <a:off x="4498848" y="3182112"/>
            <a:ext cx="1353312" cy="530352"/>
          </a:xfrm>
          <a:prstGeom prst="rect">
            <a:avLst/>
          </a:prstGeom>
          <a:solidFill>
            <a:srgbClr val="00008B"/>
          </a:solidFill>
          <a:ln w="12700">
            <a:solidFill>
              <a:srgbClr val="FFD700"/>
            </a:solidFill>
            <a:prstDash val="solid"/>
          </a:ln>
        </p:spPr>
        <p:txBody>
          <a:bodyPr/>
          <a:lstStyle/>
          <a:p>
            <a:endParaRPr lang="en-US"/>
          </a:p>
        </p:txBody>
      </p:sp>
      <p:sp>
        <p:nvSpPr>
          <p:cNvPr id="72" name="Text 70"/>
          <p:cNvSpPr/>
          <p:nvPr/>
        </p:nvSpPr>
        <p:spPr>
          <a:xfrm>
            <a:off x="4498848" y="3182112"/>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300</a:t>
            </a:r>
            <a:endParaRPr lang="en-US" sz="1800" dirty="0"/>
          </a:p>
        </p:txBody>
      </p:sp>
      <p:sp>
        <p:nvSpPr>
          <p:cNvPr id="73" name="Shape 71"/>
          <p:cNvSpPr/>
          <p:nvPr/>
        </p:nvSpPr>
        <p:spPr>
          <a:xfrm>
            <a:off x="5907024" y="3182112"/>
            <a:ext cx="1353312" cy="530352"/>
          </a:xfrm>
          <a:prstGeom prst="rect">
            <a:avLst/>
          </a:prstGeom>
          <a:solidFill>
            <a:srgbClr val="00008B"/>
          </a:solidFill>
          <a:ln w="12700">
            <a:solidFill>
              <a:srgbClr val="FFD700"/>
            </a:solidFill>
            <a:prstDash val="solid"/>
          </a:ln>
        </p:spPr>
        <p:txBody>
          <a:bodyPr/>
          <a:lstStyle/>
          <a:p>
            <a:endParaRPr lang="en-US"/>
          </a:p>
        </p:txBody>
      </p:sp>
      <p:sp>
        <p:nvSpPr>
          <p:cNvPr id="74" name="Text 72"/>
          <p:cNvSpPr/>
          <p:nvPr/>
        </p:nvSpPr>
        <p:spPr>
          <a:xfrm>
            <a:off x="5907024" y="3182112"/>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300</a:t>
            </a:r>
            <a:endParaRPr lang="en-US" sz="1800" dirty="0"/>
          </a:p>
        </p:txBody>
      </p:sp>
      <p:sp>
        <p:nvSpPr>
          <p:cNvPr id="75" name="Shape 73"/>
          <p:cNvSpPr/>
          <p:nvPr/>
        </p:nvSpPr>
        <p:spPr>
          <a:xfrm>
            <a:off x="7315200" y="3182112"/>
            <a:ext cx="1353312" cy="530352"/>
          </a:xfrm>
          <a:prstGeom prst="rect">
            <a:avLst/>
          </a:prstGeom>
          <a:solidFill>
            <a:srgbClr val="00008B"/>
          </a:solidFill>
          <a:ln w="12700">
            <a:solidFill>
              <a:srgbClr val="FFD700"/>
            </a:solidFill>
            <a:prstDash val="solid"/>
          </a:ln>
        </p:spPr>
        <p:txBody>
          <a:bodyPr/>
          <a:lstStyle/>
          <a:p>
            <a:endParaRPr lang="en-US"/>
          </a:p>
        </p:txBody>
      </p:sp>
      <p:sp>
        <p:nvSpPr>
          <p:cNvPr id="76" name="Text 74"/>
          <p:cNvSpPr/>
          <p:nvPr/>
        </p:nvSpPr>
        <p:spPr>
          <a:xfrm>
            <a:off x="7315200" y="3182112"/>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300</a:t>
            </a:r>
            <a:endParaRPr lang="en-US" sz="1800" dirty="0"/>
          </a:p>
        </p:txBody>
      </p:sp>
      <p:sp>
        <p:nvSpPr>
          <p:cNvPr id="77" name="Shape 75"/>
          <p:cNvSpPr/>
          <p:nvPr/>
        </p:nvSpPr>
        <p:spPr>
          <a:xfrm>
            <a:off x="274320" y="3767328"/>
            <a:ext cx="1353312" cy="530352"/>
          </a:xfrm>
          <a:prstGeom prst="rect">
            <a:avLst/>
          </a:prstGeom>
          <a:solidFill>
            <a:srgbClr val="00008B"/>
          </a:solidFill>
          <a:ln w="12700">
            <a:solidFill>
              <a:srgbClr val="FFD700"/>
            </a:solidFill>
            <a:prstDash val="solid"/>
          </a:ln>
        </p:spPr>
        <p:txBody>
          <a:bodyPr/>
          <a:lstStyle/>
          <a:p>
            <a:endParaRPr lang="en-US"/>
          </a:p>
        </p:txBody>
      </p:sp>
      <p:sp>
        <p:nvSpPr>
          <p:cNvPr id="78" name="Text 76"/>
          <p:cNvSpPr/>
          <p:nvPr/>
        </p:nvSpPr>
        <p:spPr>
          <a:xfrm>
            <a:off x="274320" y="3767328"/>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400</a:t>
            </a:r>
            <a:endParaRPr lang="en-US" sz="1800" dirty="0"/>
          </a:p>
        </p:txBody>
      </p:sp>
      <p:sp>
        <p:nvSpPr>
          <p:cNvPr id="79" name="Shape 77"/>
          <p:cNvSpPr/>
          <p:nvPr/>
        </p:nvSpPr>
        <p:spPr>
          <a:xfrm>
            <a:off x="1682496" y="3767328"/>
            <a:ext cx="1353312" cy="530352"/>
          </a:xfrm>
          <a:prstGeom prst="rect">
            <a:avLst/>
          </a:prstGeom>
          <a:solidFill>
            <a:srgbClr val="00008B"/>
          </a:solidFill>
          <a:ln w="12700">
            <a:solidFill>
              <a:srgbClr val="FFD700"/>
            </a:solidFill>
            <a:prstDash val="solid"/>
          </a:ln>
        </p:spPr>
        <p:txBody>
          <a:bodyPr/>
          <a:lstStyle/>
          <a:p>
            <a:endParaRPr lang="en-US"/>
          </a:p>
        </p:txBody>
      </p:sp>
      <p:sp>
        <p:nvSpPr>
          <p:cNvPr id="80" name="Text 78"/>
          <p:cNvSpPr/>
          <p:nvPr/>
        </p:nvSpPr>
        <p:spPr>
          <a:xfrm>
            <a:off x="1682496" y="3767328"/>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400</a:t>
            </a:r>
            <a:endParaRPr lang="en-US" sz="1800" dirty="0"/>
          </a:p>
        </p:txBody>
      </p:sp>
      <p:sp>
        <p:nvSpPr>
          <p:cNvPr id="81" name="Shape 79"/>
          <p:cNvSpPr/>
          <p:nvPr/>
        </p:nvSpPr>
        <p:spPr>
          <a:xfrm>
            <a:off x="3090672" y="3767328"/>
            <a:ext cx="1353312" cy="530352"/>
          </a:xfrm>
          <a:prstGeom prst="rect">
            <a:avLst/>
          </a:prstGeom>
          <a:solidFill>
            <a:srgbClr val="00008B"/>
          </a:solidFill>
          <a:ln w="12700">
            <a:solidFill>
              <a:srgbClr val="FFD700"/>
            </a:solidFill>
            <a:prstDash val="solid"/>
          </a:ln>
        </p:spPr>
        <p:txBody>
          <a:bodyPr/>
          <a:lstStyle/>
          <a:p>
            <a:endParaRPr lang="en-US"/>
          </a:p>
        </p:txBody>
      </p:sp>
      <p:sp>
        <p:nvSpPr>
          <p:cNvPr id="82" name="Text 80"/>
          <p:cNvSpPr/>
          <p:nvPr/>
        </p:nvSpPr>
        <p:spPr>
          <a:xfrm>
            <a:off x="3090672" y="3767328"/>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400</a:t>
            </a:r>
            <a:endParaRPr lang="en-US" sz="1800" dirty="0"/>
          </a:p>
        </p:txBody>
      </p:sp>
      <p:sp>
        <p:nvSpPr>
          <p:cNvPr id="83" name="Shape 81"/>
          <p:cNvSpPr/>
          <p:nvPr/>
        </p:nvSpPr>
        <p:spPr>
          <a:xfrm>
            <a:off x="4498848" y="3767328"/>
            <a:ext cx="1353312" cy="530352"/>
          </a:xfrm>
          <a:prstGeom prst="rect">
            <a:avLst/>
          </a:prstGeom>
          <a:solidFill>
            <a:srgbClr val="00008B"/>
          </a:solidFill>
          <a:ln w="12700">
            <a:solidFill>
              <a:srgbClr val="FFD700"/>
            </a:solidFill>
            <a:prstDash val="solid"/>
          </a:ln>
        </p:spPr>
        <p:txBody>
          <a:bodyPr/>
          <a:lstStyle/>
          <a:p>
            <a:endParaRPr lang="en-US"/>
          </a:p>
        </p:txBody>
      </p:sp>
      <p:sp>
        <p:nvSpPr>
          <p:cNvPr id="84" name="Text 82"/>
          <p:cNvSpPr/>
          <p:nvPr/>
        </p:nvSpPr>
        <p:spPr>
          <a:xfrm>
            <a:off x="4498848" y="3767328"/>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400</a:t>
            </a:r>
            <a:endParaRPr lang="en-US" sz="1800" dirty="0"/>
          </a:p>
        </p:txBody>
      </p:sp>
      <p:sp>
        <p:nvSpPr>
          <p:cNvPr id="85" name="Shape 83"/>
          <p:cNvSpPr/>
          <p:nvPr/>
        </p:nvSpPr>
        <p:spPr>
          <a:xfrm>
            <a:off x="5907024" y="3767328"/>
            <a:ext cx="1353312" cy="530352"/>
          </a:xfrm>
          <a:prstGeom prst="rect">
            <a:avLst/>
          </a:prstGeom>
          <a:solidFill>
            <a:srgbClr val="00008B"/>
          </a:solidFill>
          <a:ln w="12700">
            <a:solidFill>
              <a:srgbClr val="FFD700"/>
            </a:solidFill>
            <a:prstDash val="solid"/>
          </a:ln>
        </p:spPr>
        <p:txBody>
          <a:bodyPr/>
          <a:lstStyle/>
          <a:p>
            <a:endParaRPr lang="en-US"/>
          </a:p>
        </p:txBody>
      </p:sp>
      <p:sp>
        <p:nvSpPr>
          <p:cNvPr id="86" name="Text 84"/>
          <p:cNvSpPr/>
          <p:nvPr/>
        </p:nvSpPr>
        <p:spPr>
          <a:xfrm>
            <a:off x="5907024" y="3767328"/>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400</a:t>
            </a:r>
            <a:endParaRPr lang="en-US" sz="1800" dirty="0"/>
          </a:p>
        </p:txBody>
      </p:sp>
      <p:sp>
        <p:nvSpPr>
          <p:cNvPr id="87" name="Shape 85"/>
          <p:cNvSpPr/>
          <p:nvPr/>
        </p:nvSpPr>
        <p:spPr>
          <a:xfrm>
            <a:off x="7315200" y="3767328"/>
            <a:ext cx="1353312" cy="530352"/>
          </a:xfrm>
          <a:prstGeom prst="rect">
            <a:avLst/>
          </a:prstGeom>
          <a:solidFill>
            <a:srgbClr val="00008B"/>
          </a:solidFill>
          <a:ln w="12700">
            <a:solidFill>
              <a:srgbClr val="FFD700"/>
            </a:solidFill>
            <a:prstDash val="solid"/>
          </a:ln>
        </p:spPr>
        <p:txBody>
          <a:bodyPr/>
          <a:lstStyle/>
          <a:p>
            <a:endParaRPr lang="en-US"/>
          </a:p>
        </p:txBody>
      </p:sp>
      <p:sp>
        <p:nvSpPr>
          <p:cNvPr id="88" name="Text 86"/>
          <p:cNvSpPr/>
          <p:nvPr/>
        </p:nvSpPr>
        <p:spPr>
          <a:xfrm>
            <a:off x="7315200" y="3767328"/>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400</a:t>
            </a:r>
            <a:endParaRPr lang="en-US" sz="1800" dirty="0"/>
          </a:p>
        </p:txBody>
      </p:sp>
      <p:sp>
        <p:nvSpPr>
          <p:cNvPr id="89" name="Shape 87"/>
          <p:cNvSpPr/>
          <p:nvPr/>
        </p:nvSpPr>
        <p:spPr>
          <a:xfrm>
            <a:off x="274320" y="4352544"/>
            <a:ext cx="1353312" cy="530352"/>
          </a:xfrm>
          <a:prstGeom prst="rect">
            <a:avLst/>
          </a:prstGeom>
          <a:solidFill>
            <a:srgbClr val="00008B"/>
          </a:solidFill>
          <a:ln w="12700">
            <a:solidFill>
              <a:srgbClr val="FFD700"/>
            </a:solidFill>
            <a:prstDash val="solid"/>
          </a:ln>
        </p:spPr>
        <p:txBody>
          <a:bodyPr/>
          <a:lstStyle/>
          <a:p>
            <a:endParaRPr lang="en-US"/>
          </a:p>
        </p:txBody>
      </p:sp>
      <p:sp>
        <p:nvSpPr>
          <p:cNvPr id="90" name="Text 88"/>
          <p:cNvSpPr/>
          <p:nvPr/>
        </p:nvSpPr>
        <p:spPr>
          <a:xfrm>
            <a:off x="274320" y="4352544"/>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500</a:t>
            </a:r>
            <a:endParaRPr lang="en-US" sz="1800" dirty="0"/>
          </a:p>
        </p:txBody>
      </p:sp>
      <p:sp>
        <p:nvSpPr>
          <p:cNvPr id="91" name="Shape 89"/>
          <p:cNvSpPr/>
          <p:nvPr/>
        </p:nvSpPr>
        <p:spPr>
          <a:xfrm>
            <a:off x="1682496" y="4352544"/>
            <a:ext cx="1353312" cy="530352"/>
          </a:xfrm>
          <a:prstGeom prst="rect">
            <a:avLst/>
          </a:prstGeom>
          <a:solidFill>
            <a:srgbClr val="00008B"/>
          </a:solidFill>
          <a:ln w="12700">
            <a:solidFill>
              <a:srgbClr val="FFD700"/>
            </a:solidFill>
            <a:prstDash val="solid"/>
          </a:ln>
        </p:spPr>
        <p:txBody>
          <a:bodyPr/>
          <a:lstStyle/>
          <a:p>
            <a:endParaRPr lang="en-US"/>
          </a:p>
        </p:txBody>
      </p:sp>
      <p:sp>
        <p:nvSpPr>
          <p:cNvPr id="92" name="Text 90"/>
          <p:cNvSpPr/>
          <p:nvPr/>
        </p:nvSpPr>
        <p:spPr>
          <a:xfrm>
            <a:off x="1682496" y="4352544"/>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500</a:t>
            </a:r>
            <a:endParaRPr lang="en-US" sz="1800" dirty="0"/>
          </a:p>
        </p:txBody>
      </p:sp>
      <p:sp>
        <p:nvSpPr>
          <p:cNvPr id="93" name="Shape 91"/>
          <p:cNvSpPr/>
          <p:nvPr/>
        </p:nvSpPr>
        <p:spPr>
          <a:xfrm>
            <a:off x="3090672" y="4352544"/>
            <a:ext cx="1353312" cy="530352"/>
          </a:xfrm>
          <a:prstGeom prst="rect">
            <a:avLst/>
          </a:prstGeom>
          <a:solidFill>
            <a:srgbClr val="00008B"/>
          </a:solidFill>
          <a:ln w="12700">
            <a:solidFill>
              <a:srgbClr val="FFD700"/>
            </a:solidFill>
            <a:prstDash val="solid"/>
          </a:ln>
        </p:spPr>
        <p:txBody>
          <a:bodyPr/>
          <a:lstStyle/>
          <a:p>
            <a:endParaRPr lang="en-US"/>
          </a:p>
        </p:txBody>
      </p:sp>
      <p:sp>
        <p:nvSpPr>
          <p:cNvPr id="94" name="Text 92"/>
          <p:cNvSpPr/>
          <p:nvPr/>
        </p:nvSpPr>
        <p:spPr>
          <a:xfrm>
            <a:off x="3090672" y="4352544"/>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500</a:t>
            </a:r>
            <a:endParaRPr lang="en-US" sz="1800" dirty="0"/>
          </a:p>
        </p:txBody>
      </p:sp>
      <p:sp>
        <p:nvSpPr>
          <p:cNvPr id="95" name="Shape 93"/>
          <p:cNvSpPr/>
          <p:nvPr/>
        </p:nvSpPr>
        <p:spPr>
          <a:xfrm>
            <a:off x="4498848" y="4352544"/>
            <a:ext cx="1353312" cy="530352"/>
          </a:xfrm>
          <a:prstGeom prst="rect">
            <a:avLst/>
          </a:prstGeom>
          <a:solidFill>
            <a:srgbClr val="00008B"/>
          </a:solidFill>
          <a:ln w="12700">
            <a:solidFill>
              <a:srgbClr val="FFD700"/>
            </a:solidFill>
            <a:prstDash val="solid"/>
          </a:ln>
        </p:spPr>
        <p:txBody>
          <a:bodyPr/>
          <a:lstStyle/>
          <a:p>
            <a:endParaRPr lang="en-US"/>
          </a:p>
        </p:txBody>
      </p:sp>
      <p:sp>
        <p:nvSpPr>
          <p:cNvPr id="96" name="Text 94"/>
          <p:cNvSpPr/>
          <p:nvPr/>
        </p:nvSpPr>
        <p:spPr>
          <a:xfrm>
            <a:off x="4498848" y="4352544"/>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500</a:t>
            </a:r>
            <a:endParaRPr lang="en-US" sz="1800" dirty="0"/>
          </a:p>
        </p:txBody>
      </p:sp>
      <p:sp>
        <p:nvSpPr>
          <p:cNvPr id="97" name="Shape 95"/>
          <p:cNvSpPr/>
          <p:nvPr/>
        </p:nvSpPr>
        <p:spPr>
          <a:xfrm>
            <a:off x="5907024" y="4352544"/>
            <a:ext cx="1353312" cy="530352"/>
          </a:xfrm>
          <a:prstGeom prst="rect">
            <a:avLst/>
          </a:prstGeom>
          <a:solidFill>
            <a:srgbClr val="00008B"/>
          </a:solidFill>
          <a:ln w="12700">
            <a:solidFill>
              <a:srgbClr val="FFD700"/>
            </a:solidFill>
            <a:prstDash val="solid"/>
          </a:ln>
        </p:spPr>
        <p:txBody>
          <a:bodyPr/>
          <a:lstStyle/>
          <a:p>
            <a:endParaRPr lang="en-US"/>
          </a:p>
        </p:txBody>
      </p:sp>
      <p:sp>
        <p:nvSpPr>
          <p:cNvPr id="98" name="Text 96"/>
          <p:cNvSpPr/>
          <p:nvPr/>
        </p:nvSpPr>
        <p:spPr>
          <a:xfrm>
            <a:off x="5907024" y="4352544"/>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500</a:t>
            </a:r>
            <a:endParaRPr lang="en-US" sz="1800" dirty="0"/>
          </a:p>
        </p:txBody>
      </p:sp>
      <p:sp>
        <p:nvSpPr>
          <p:cNvPr id="99" name="Shape 97"/>
          <p:cNvSpPr/>
          <p:nvPr/>
        </p:nvSpPr>
        <p:spPr>
          <a:xfrm>
            <a:off x="7315200" y="4352544"/>
            <a:ext cx="1353312" cy="530352"/>
          </a:xfrm>
          <a:prstGeom prst="rect">
            <a:avLst/>
          </a:prstGeom>
          <a:solidFill>
            <a:srgbClr val="00008B"/>
          </a:solidFill>
          <a:ln w="12700">
            <a:solidFill>
              <a:srgbClr val="FFD700"/>
            </a:solidFill>
            <a:prstDash val="solid"/>
          </a:ln>
        </p:spPr>
        <p:txBody>
          <a:bodyPr/>
          <a:lstStyle/>
          <a:p>
            <a:endParaRPr lang="en-US"/>
          </a:p>
        </p:txBody>
      </p:sp>
      <p:sp>
        <p:nvSpPr>
          <p:cNvPr id="100" name="Text 98"/>
          <p:cNvSpPr/>
          <p:nvPr/>
        </p:nvSpPr>
        <p:spPr>
          <a:xfrm>
            <a:off x="7315200" y="4352544"/>
            <a:ext cx="1353312" cy="530352"/>
          </a:xfrm>
          <a:prstGeom prst="rect">
            <a:avLst/>
          </a:prstGeom>
          <a:noFill/>
          <a:ln/>
        </p:spPr>
        <p:txBody>
          <a:bodyPr wrap="square" rtlCol="0" anchor="ctr"/>
          <a:lstStyle/>
          <a:p>
            <a:pPr marL="0" indent="0" algn="ctr">
              <a:buNone/>
            </a:pPr>
            <a:r>
              <a:rPr lang="en-US" sz="1800" b="1" dirty="0">
                <a:solidFill>
                  <a:srgbClr val="FFD700"/>
                </a:solidFill>
                <a:latin typeface="Impact" pitchFamily="34" charset="0"/>
                <a:ea typeface="Impact" pitchFamily="34" charset="-122"/>
                <a:cs typeface="Impact" pitchFamily="34" charset="-120"/>
              </a:rPr>
              <a:t>500</a:t>
            </a:r>
            <a:endParaRPr lang="en-US" sz="1800" dirty="0"/>
          </a:p>
        </p:txBody>
      </p:sp>
      <p:sp>
        <p:nvSpPr>
          <p:cNvPr id="101" name="Text 99"/>
          <p:cNvSpPr/>
          <p:nvPr/>
        </p:nvSpPr>
        <p:spPr>
          <a:xfrm>
            <a:off x="107859" y="2519105"/>
            <a:ext cx="8851392" cy="704088"/>
          </a:xfrm>
          <a:prstGeom prst="rect">
            <a:avLst/>
          </a:prstGeom>
          <a:noFill/>
          <a:ln/>
        </p:spPr>
        <p:txBody>
          <a:bodyPr wrap="square" rtlCol="0" anchor="ctr"/>
          <a:lstStyle/>
          <a:p>
            <a:pPr marL="0" indent="0" algn="ctr">
              <a:buNone/>
            </a:pPr>
            <a:r>
              <a:rPr lang="en-US" sz="2400" b="1" u="sng" dirty="0">
                <a:solidFill>
                  <a:schemeClr val="bg1"/>
                </a:solidFill>
                <a:latin typeface="Comic Sans MS" pitchFamily="34" charset="0"/>
                <a:ea typeface="Comic Sans MS" pitchFamily="34" charset="-122"/>
                <a:cs typeface="Comic Sans MS" pitchFamily="34" charset="-120"/>
              </a:rPr>
              <a:t>Play at Session 0.1 -- Winner earns 50 GOLD PIECES!</a:t>
            </a:r>
            <a:endParaRPr lang="en-US" sz="2400" u="sng"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404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00FF00"/>
          </a:solidFill>
          <a:ln w="12700">
            <a:solidFill>
              <a:srgbClr val="00FF00"/>
            </a:solidFill>
            <a:prstDash val="solid"/>
          </a:ln>
        </p:spPr>
        <p:txBody>
          <a:bodyPr/>
          <a:lstStyle/>
          <a:p>
            <a:endParaRPr lang="en-US"/>
          </a:p>
        </p:txBody>
      </p:sp>
      <p:sp>
        <p:nvSpPr>
          <p:cNvPr id="3" name="Shape 1"/>
          <p:cNvSpPr/>
          <p:nvPr/>
        </p:nvSpPr>
        <p:spPr>
          <a:xfrm>
            <a:off x="0" y="4978908"/>
            <a:ext cx="9144000" cy="164592"/>
          </a:xfrm>
          <a:prstGeom prst="rect">
            <a:avLst/>
          </a:prstGeom>
          <a:solidFill>
            <a:srgbClr val="00FF00"/>
          </a:solidFill>
          <a:ln w="12700">
            <a:solidFill>
              <a:srgbClr val="00FF00"/>
            </a:solidFill>
            <a:prstDash val="solid"/>
          </a:ln>
        </p:spPr>
        <p:txBody>
          <a:bodyPr/>
          <a:lstStyle/>
          <a:p>
            <a:endParaRPr lang="en-US"/>
          </a:p>
        </p:txBody>
      </p:sp>
      <p:sp>
        <p:nvSpPr>
          <p:cNvPr id="4" name="Shape 2"/>
          <p:cNvSpPr/>
          <p:nvPr/>
        </p:nvSpPr>
        <p:spPr>
          <a:xfrm>
            <a:off x="0" y="0"/>
            <a:ext cx="164592" cy="5143500"/>
          </a:xfrm>
          <a:prstGeom prst="rect">
            <a:avLst/>
          </a:prstGeom>
          <a:solidFill>
            <a:srgbClr val="00FF00"/>
          </a:solidFill>
          <a:ln w="12700">
            <a:solidFill>
              <a:srgbClr val="00FF00"/>
            </a:solidFill>
            <a:prstDash val="solid"/>
          </a:ln>
        </p:spPr>
        <p:txBody>
          <a:bodyPr/>
          <a:lstStyle/>
          <a:p>
            <a:endParaRPr lang="en-US"/>
          </a:p>
        </p:txBody>
      </p:sp>
      <p:sp>
        <p:nvSpPr>
          <p:cNvPr id="5" name="Shape 3"/>
          <p:cNvSpPr/>
          <p:nvPr/>
        </p:nvSpPr>
        <p:spPr>
          <a:xfrm>
            <a:off x="8979408" y="0"/>
            <a:ext cx="164592" cy="5143500"/>
          </a:xfrm>
          <a:prstGeom prst="rect">
            <a:avLst/>
          </a:prstGeom>
          <a:solidFill>
            <a:srgbClr val="00FF00"/>
          </a:solidFill>
          <a:ln w="12700">
            <a:solidFill>
              <a:srgbClr val="00FF00"/>
            </a:solidFill>
            <a:prstDash val="solid"/>
          </a:ln>
        </p:spPr>
        <p:txBody>
          <a:bodyPr/>
          <a:lstStyle/>
          <a:p>
            <a:endParaRPr lang="en-US"/>
          </a:p>
        </p:txBody>
      </p:sp>
      <p:sp>
        <p:nvSpPr>
          <p:cNvPr id="6" name="Shape 4"/>
          <p:cNvSpPr/>
          <p:nvPr/>
        </p:nvSpPr>
        <p:spPr>
          <a:xfrm>
            <a:off x="0" y="164592"/>
            <a:ext cx="457200" cy="182880"/>
          </a:xfrm>
          <a:prstGeom prst="rect">
            <a:avLst/>
          </a:prstGeom>
          <a:solidFill>
            <a:srgbClr val="00FF00"/>
          </a:solidFill>
          <a:ln w="12700">
            <a:solidFill>
              <a:srgbClr val="003300"/>
            </a:solidFill>
            <a:prstDash val="solid"/>
          </a:ln>
        </p:spPr>
        <p:txBody>
          <a:bodyPr/>
          <a:lstStyle/>
          <a:p>
            <a:endParaRPr lang="en-US"/>
          </a:p>
        </p:txBody>
      </p:sp>
      <p:sp>
        <p:nvSpPr>
          <p:cNvPr id="7" name="Shape 5"/>
          <p:cNvSpPr/>
          <p:nvPr/>
        </p:nvSpPr>
        <p:spPr>
          <a:xfrm>
            <a:off x="457200" y="164592"/>
            <a:ext cx="457200" cy="182880"/>
          </a:xfrm>
          <a:prstGeom prst="rect">
            <a:avLst/>
          </a:prstGeom>
          <a:solidFill>
            <a:srgbClr val="003300"/>
          </a:solidFill>
          <a:ln w="12700">
            <a:solidFill>
              <a:srgbClr val="003300"/>
            </a:solidFill>
            <a:prstDash val="solid"/>
          </a:ln>
        </p:spPr>
        <p:txBody>
          <a:bodyPr/>
          <a:lstStyle/>
          <a:p>
            <a:endParaRPr lang="en-US"/>
          </a:p>
        </p:txBody>
      </p:sp>
      <p:sp>
        <p:nvSpPr>
          <p:cNvPr id="8" name="Shape 6"/>
          <p:cNvSpPr/>
          <p:nvPr/>
        </p:nvSpPr>
        <p:spPr>
          <a:xfrm>
            <a:off x="914400" y="164592"/>
            <a:ext cx="457200" cy="182880"/>
          </a:xfrm>
          <a:prstGeom prst="rect">
            <a:avLst/>
          </a:prstGeom>
          <a:solidFill>
            <a:srgbClr val="003300"/>
          </a:solidFill>
          <a:ln w="12700">
            <a:solidFill>
              <a:srgbClr val="003300"/>
            </a:solidFill>
            <a:prstDash val="solid"/>
          </a:ln>
        </p:spPr>
        <p:txBody>
          <a:bodyPr/>
          <a:lstStyle/>
          <a:p>
            <a:endParaRPr lang="en-US"/>
          </a:p>
        </p:txBody>
      </p:sp>
      <p:sp>
        <p:nvSpPr>
          <p:cNvPr id="9" name="Shape 7"/>
          <p:cNvSpPr/>
          <p:nvPr/>
        </p:nvSpPr>
        <p:spPr>
          <a:xfrm>
            <a:off x="1371600" y="164592"/>
            <a:ext cx="457200" cy="182880"/>
          </a:xfrm>
          <a:prstGeom prst="rect">
            <a:avLst/>
          </a:prstGeom>
          <a:solidFill>
            <a:srgbClr val="00FF00"/>
          </a:solidFill>
          <a:ln w="12700">
            <a:solidFill>
              <a:srgbClr val="003300"/>
            </a:solidFill>
            <a:prstDash val="solid"/>
          </a:ln>
        </p:spPr>
        <p:txBody>
          <a:bodyPr/>
          <a:lstStyle/>
          <a:p>
            <a:endParaRPr lang="en-US"/>
          </a:p>
        </p:txBody>
      </p:sp>
      <p:sp>
        <p:nvSpPr>
          <p:cNvPr id="10" name="Shape 8"/>
          <p:cNvSpPr/>
          <p:nvPr/>
        </p:nvSpPr>
        <p:spPr>
          <a:xfrm>
            <a:off x="1828800" y="164592"/>
            <a:ext cx="457200" cy="182880"/>
          </a:xfrm>
          <a:prstGeom prst="rect">
            <a:avLst/>
          </a:prstGeom>
          <a:solidFill>
            <a:srgbClr val="003300"/>
          </a:solidFill>
          <a:ln w="12700">
            <a:solidFill>
              <a:srgbClr val="003300"/>
            </a:solidFill>
            <a:prstDash val="solid"/>
          </a:ln>
        </p:spPr>
        <p:txBody>
          <a:bodyPr/>
          <a:lstStyle/>
          <a:p>
            <a:endParaRPr lang="en-US"/>
          </a:p>
        </p:txBody>
      </p:sp>
      <p:sp>
        <p:nvSpPr>
          <p:cNvPr id="11" name="Shape 9"/>
          <p:cNvSpPr/>
          <p:nvPr/>
        </p:nvSpPr>
        <p:spPr>
          <a:xfrm>
            <a:off x="2286000" y="164592"/>
            <a:ext cx="457200" cy="182880"/>
          </a:xfrm>
          <a:prstGeom prst="rect">
            <a:avLst/>
          </a:prstGeom>
          <a:solidFill>
            <a:srgbClr val="003300"/>
          </a:solidFill>
          <a:ln w="12700">
            <a:solidFill>
              <a:srgbClr val="003300"/>
            </a:solidFill>
            <a:prstDash val="solid"/>
          </a:ln>
        </p:spPr>
        <p:txBody>
          <a:bodyPr/>
          <a:lstStyle/>
          <a:p>
            <a:endParaRPr lang="en-US"/>
          </a:p>
        </p:txBody>
      </p:sp>
      <p:sp>
        <p:nvSpPr>
          <p:cNvPr id="12" name="Shape 10"/>
          <p:cNvSpPr/>
          <p:nvPr/>
        </p:nvSpPr>
        <p:spPr>
          <a:xfrm>
            <a:off x="2743200" y="164592"/>
            <a:ext cx="457200" cy="182880"/>
          </a:xfrm>
          <a:prstGeom prst="rect">
            <a:avLst/>
          </a:prstGeom>
          <a:solidFill>
            <a:srgbClr val="00FF00"/>
          </a:solidFill>
          <a:ln w="12700">
            <a:solidFill>
              <a:srgbClr val="003300"/>
            </a:solidFill>
            <a:prstDash val="solid"/>
          </a:ln>
        </p:spPr>
        <p:txBody>
          <a:bodyPr/>
          <a:lstStyle/>
          <a:p>
            <a:endParaRPr lang="en-US"/>
          </a:p>
        </p:txBody>
      </p:sp>
      <p:sp>
        <p:nvSpPr>
          <p:cNvPr id="13" name="Shape 11"/>
          <p:cNvSpPr/>
          <p:nvPr/>
        </p:nvSpPr>
        <p:spPr>
          <a:xfrm>
            <a:off x="3200400" y="164592"/>
            <a:ext cx="457200" cy="182880"/>
          </a:xfrm>
          <a:prstGeom prst="rect">
            <a:avLst/>
          </a:prstGeom>
          <a:solidFill>
            <a:srgbClr val="003300"/>
          </a:solidFill>
          <a:ln w="12700">
            <a:solidFill>
              <a:srgbClr val="003300"/>
            </a:solidFill>
            <a:prstDash val="solid"/>
          </a:ln>
        </p:spPr>
        <p:txBody>
          <a:bodyPr/>
          <a:lstStyle/>
          <a:p>
            <a:endParaRPr lang="en-US"/>
          </a:p>
        </p:txBody>
      </p:sp>
      <p:sp>
        <p:nvSpPr>
          <p:cNvPr id="14" name="Shape 12"/>
          <p:cNvSpPr/>
          <p:nvPr/>
        </p:nvSpPr>
        <p:spPr>
          <a:xfrm>
            <a:off x="3657600" y="164592"/>
            <a:ext cx="457200" cy="182880"/>
          </a:xfrm>
          <a:prstGeom prst="rect">
            <a:avLst/>
          </a:prstGeom>
          <a:solidFill>
            <a:srgbClr val="003300"/>
          </a:solidFill>
          <a:ln w="12700">
            <a:solidFill>
              <a:srgbClr val="003300"/>
            </a:solidFill>
            <a:prstDash val="solid"/>
          </a:ln>
        </p:spPr>
        <p:txBody>
          <a:bodyPr/>
          <a:lstStyle/>
          <a:p>
            <a:endParaRPr lang="en-US"/>
          </a:p>
        </p:txBody>
      </p:sp>
      <p:sp>
        <p:nvSpPr>
          <p:cNvPr id="15" name="Shape 13"/>
          <p:cNvSpPr/>
          <p:nvPr/>
        </p:nvSpPr>
        <p:spPr>
          <a:xfrm>
            <a:off x="4114800" y="164592"/>
            <a:ext cx="457200" cy="182880"/>
          </a:xfrm>
          <a:prstGeom prst="rect">
            <a:avLst/>
          </a:prstGeom>
          <a:solidFill>
            <a:srgbClr val="00FF00"/>
          </a:solidFill>
          <a:ln w="12700">
            <a:solidFill>
              <a:srgbClr val="003300"/>
            </a:solidFill>
            <a:prstDash val="solid"/>
          </a:ln>
        </p:spPr>
        <p:txBody>
          <a:bodyPr/>
          <a:lstStyle/>
          <a:p>
            <a:endParaRPr lang="en-US"/>
          </a:p>
        </p:txBody>
      </p:sp>
      <p:sp>
        <p:nvSpPr>
          <p:cNvPr id="16" name="Shape 14"/>
          <p:cNvSpPr/>
          <p:nvPr/>
        </p:nvSpPr>
        <p:spPr>
          <a:xfrm>
            <a:off x="4572000" y="164592"/>
            <a:ext cx="457200" cy="182880"/>
          </a:xfrm>
          <a:prstGeom prst="rect">
            <a:avLst/>
          </a:prstGeom>
          <a:solidFill>
            <a:srgbClr val="003300"/>
          </a:solidFill>
          <a:ln w="12700">
            <a:solidFill>
              <a:srgbClr val="003300"/>
            </a:solidFill>
            <a:prstDash val="solid"/>
          </a:ln>
        </p:spPr>
        <p:txBody>
          <a:bodyPr/>
          <a:lstStyle/>
          <a:p>
            <a:endParaRPr lang="en-US"/>
          </a:p>
        </p:txBody>
      </p:sp>
      <p:sp>
        <p:nvSpPr>
          <p:cNvPr id="17" name="Shape 15"/>
          <p:cNvSpPr/>
          <p:nvPr/>
        </p:nvSpPr>
        <p:spPr>
          <a:xfrm>
            <a:off x="5029200" y="164592"/>
            <a:ext cx="457200" cy="182880"/>
          </a:xfrm>
          <a:prstGeom prst="rect">
            <a:avLst/>
          </a:prstGeom>
          <a:solidFill>
            <a:srgbClr val="003300"/>
          </a:solidFill>
          <a:ln w="12700">
            <a:solidFill>
              <a:srgbClr val="003300"/>
            </a:solidFill>
            <a:prstDash val="solid"/>
          </a:ln>
        </p:spPr>
        <p:txBody>
          <a:bodyPr/>
          <a:lstStyle/>
          <a:p>
            <a:endParaRPr lang="en-US"/>
          </a:p>
        </p:txBody>
      </p:sp>
      <p:sp>
        <p:nvSpPr>
          <p:cNvPr id="18" name="Shape 16"/>
          <p:cNvSpPr/>
          <p:nvPr/>
        </p:nvSpPr>
        <p:spPr>
          <a:xfrm>
            <a:off x="5486400" y="164592"/>
            <a:ext cx="457200" cy="182880"/>
          </a:xfrm>
          <a:prstGeom prst="rect">
            <a:avLst/>
          </a:prstGeom>
          <a:solidFill>
            <a:srgbClr val="00FF00"/>
          </a:solidFill>
          <a:ln w="12700">
            <a:solidFill>
              <a:srgbClr val="003300"/>
            </a:solidFill>
            <a:prstDash val="solid"/>
          </a:ln>
        </p:spPr>
        <p:txBody>
          <a:bodyPr/>
          <a:lstStyle/>
          <a:p>
            <a:endParaRPr lang="en-US"/>
          </a:p>
        </p:txBody>
      </p:sp>
      <p:sp>
        <p:nvSpPr>
          <p:cNvPr id="19" name="Shape 17"/>
          <p:cNvSpPr/>
          <p:nvPr/>
        </p:nvSpPr>
        <p:spPr>
          <a:xfrm>
            <a:off x="5943600" y="164592"/>
            <a:ext cx="457200" cy="182880"/>
          </a:xfrm>
          <a:prstGeom prst="rect">
            <a:avLst/>
          </a:prstGeom>
          <a:solidFill>
            <a:srgbClr val="003300"/>
          </a:solidFill>
          <a:ln w="12700">
            <a:solidFill>
              <a:srgbClr val="003300"/>
            </a:solidFill>
            <a:prstDash val="solid"/>
          </a:ln>
        </p:spPr>
        <p:txBody>
          <a:bodyPr/>
          <a:lstStyle/>
          <a:p>
            <a:endParaRPr lang="en-US"/>
          </a:p>
        </p:txBody>
      </p:sp>
      <p:sp>
        <p:nvSpPr>
          <p:cNvPr id="20" name="Shape 18"/>
          <p:cNvSpPr/>
          <p:nvPr/>
        </p:nvSpPr>
        <p:spPr>
          <a:xfrm>
            <a:off x="6400800" y="164592"/>
            <a:ext cx="457200" cy="182880"/>
          </a:xfrm>
          <a:prstGeom prst="rect">
            <a:avLst/>
          </a:prstGeom>
          <a:solidFill>
            <a:srgbClr val="003300"/>
          </a:solidFill>
          <a:ln w="12700">
            <a:solidFill>
              <a:srgbClr val="003300"/>
            </a:solidFill>
            <a:prstDash val="solid"/>
          </a:ln>
        </p:spPr>
        <p:txBody>
          <a:bodyPr/>
          <a:lstStyle/>
          <a:p>
            <a:endParaRPr lang="en-US"/>
          </a:p>
        </p:txBody>
      </p:sp>
      <p:sp>
        <p:nvSpPr>
          <p:cNvPr id="21" name="Shape 19"/>
          <p:cNvSpPr/>
          <p:nvPr/>
        </p:nvSpPr>
        <p:spPr>
          <a:xfrm>
            <a:off x="6858000" y="164592"/>
            <a:ext cx="457200" cy="182880"/>
          </a:xfrm>
          <a:prstGeom prst="rect">
            <a:avLst/>
          </a:prstGeom>
          <a:solidFill>
            <a:srgbClr val="00FF00"/>
          </a:solidFill>
          <a:ln w="12700">
            <a:solidFill>
              <a:srgbClr val="003300"/>
            </a:solidFill>
            <a:prstDash val="solid"/>
          </a:ln>
        </p:spPr>
        <p:txBody>
          <a:bodyPr/>
          <a:lstStyle/>
          <a:p>
            <a:endParaRPr lang="en-US"/>
          </a:p>
        </p:txBody>
      </p:sp>
      <p:sp>
        <p:nvSpPr>
          <p:cNvPr id="22" name="Shape 20"/>
          <p:cNvSpPr/>
          <p:nvPr/>
        </p:nvSpPr>
        <p:spPr>
          <a:xfrm>
            <a:off x="7315200" y="164592"/>
            <a:ext cx="457200" cy="182880"/>
          </a:xfrm>
          <a:prstGeom prst="rect">
            <a:avLst/>
          </a:prstGeom>
          <a:solidFill>
            <a:srgbClr val="003300"/>
          </a:solidFill>
          <a:ln w="12700">
            <a:solidFill>
              <a:srgbClr val="003300"/>
            </a:solidFill>
            <a:prstDash val="solid"/>
          </a:ln>
        </p:spPr>
        <p:txBody>
          <a:bodyPr/>
          <a:lstStyle/>
          <a:p>
            <a:endParaRPr lang="en-US"/>
          </a:p>
        </p:txBody>
      </p:sp>
      <p:sp>
        <p:nvSpPr>
          <p:cNvPr id="23" name="Shape 21"/>
          <p:cNvSpPr/>
          <p:nvPr/>
        </p:nvSpPr>
        <p:spPr>
          <a:xfrm>
            <a:off x="7772400" y="164592"/>
            <a:ext cx="457200" cy="182880"/>
          </a:xfrm>
          <a:prstGeom prst="rect">
            <a:avLst/>
          </a:prstGeom>
          <a:solidFill>
            <a:srgbClr val="003300"/>
          </a:solidFill>
          <a:ln w="12700">
            <a:solidFill>
              <a:srgbClr val="003300"/>
            </a:solidFill>
            <a:prstDash val="solid"/>
          </a:ln>
        </p:spPr>
        <p:txBody>
          <a:bodyPr/>
          <a:lstStyle/>
          <a:p>
            <a:endParaRPr lang="en-US"/>
          </a:p>
        </p:txBody>
      </p:sp>
      <p:sp>
        <p:nvSpPr>
          <p:cNvPr id="24" name="Shape 22"/>
          <p:cNvSpPr/>
          <p:nvPr/>
        </p:nvSpPr>
        <p:spPr>
          <a:xfrm>
            <a:off x="8229600" y="164592"/>
            <a:ext cx="457200" cy="182880"/>
          </a:xfrm>
          <a:prstGeom prst="rect">
            <a:avLst/>
          </a:prstGeom>
          <a:solidFill>
            <a:srgbClr val="00FF00"/>
          </a:solidFill>
          <a:ln w="12700">
            <a:solidFill>
              <a:srgbClr val="003300"/>
            </a:solidFill>
            <a:prstDash val="solid"/>
          </a:ln>
        </p:spPr>
        <p:txBody>
          <a:bodyPr/>
          <a:lstStyle/>
          <a:p>
            <a:endParaRPr lang="en-US"/>
          </a:p>
        </p:txBody>
      </p:sp>
      <p:sp>
        <p:nvSpPr>
          <p:cNvPr id="25" name="Shape 23"/>
          <p:cNvSpPr/>
          <p:nvPr/>
        </p:nvSpPr>
        <p:spPr>
          <a:xfrm>
            <a:off x="8686800" y="164592"/>
            <a:ext cx="457200" cy="182880"/>
          </a:xfrm>
          <a:prstGeom prst="rect">
            <a:avLst/>
          </a:prstGeom>
          <a:solidFill>
            <a:srgbClr val="003300"/>
          </a:solidFill>
          <a:ln w="12700">
            <a:solidFill>
              <a:srgbClr val="003300"/>
            </a:solidFill>
            <a:prstDash val="solid"/>
          </a:ln>
        </p:spPr>
        <p:txBody>
          <a:bodyPr/>
          <a:lstStyle/>
          <a:p>
            <a:endParaRPr lang="en-US"/>
          </a:p>
        </p:txBody>
      </p:sp>
      <p:sp>
        <p:nvSpPr>
          <p:cNvPr id="26" name="Shape 24"/>
          <p:cNvSpPr/>
          <p:nvPr/>
        </p:nvSpPr>
        <p:spPr>
          <a:xfrm>
            <a:off x="274320" y="411480"/>
            <a:ext cx="8595360" cy="658368"/>
          </a:xfrm>
          <a:prstGeom prst="rect">
            <a:avLst/>
          </a:prstGeom>
          <a:solidFill>
            <a:srgbClr val="000000"/>
          </a:solidFill>
          <a:ln w="50800">
            <a:solidFill>
              <a:srgbClr val="FF0000"/>
            </a:solidFill>
            <a:prstDash val="solid"/>
          </a:ln>
        </p:spPr>
        <p:txBody>
          <a:bodyPr/>
          <a:lstStyle/>
          <a:p>
            <a:endParaRPr lang="en-US"/>
          </a:p>
        </p:txBody>
      </p:sp>
      <p:sp>
        <p:nvSpPr>
          <p:cNvPr id="27" name="Text 25"/>
          <p:cNvSpPr/>
          <p:nvPr/>
        </p:nvSpPr>
        <p:spPr>
          <a:xfrm>
            <a:off x="274320" y="411480"/>
            <a:ext cx="8595360" cy="658368"/>
          </a:xfrm>
          <a:prstGeom prst="rect">
            <a:avLst/>
          </a:prstGeom>
          <a:noFill/>
          <a:ln/>
        </p:spPr>
        <p:txBody>
          <a:bodyPr wrap="square" rtlCol="0" anchor="ctr"/>
          <a:lstStyle/>
          <a:p>
            <a:pPr marL="0" indent="0" algn="ctr">
              <a:buNone/>
            </a:pPr>
            <a:r>
              <a:rPr lang="en-US" sz="3000" b="1" dirty="0">
                <a:solidFill>
                  <a:srgbClr val="FF0000"/>
                </a:solidFill>
                <a:latin typeface="Impact" pitchFamily="34" charset="0"/>
                <a:ea typeface="Impact" pitchFamily="34" charset="-122"/>
                <a:cs typeface="Impact" pitchFamily="34" charset="-120"/>
              </a:rPr>
              <a:t>WHAT COMES NEXT</a:t>
            </a:r>
            <a:endParaRPr lang="en-US" sz="3000" dirty="0"/>
          </a:p>
        </p:txBody>
      </p:sp>
      <p:sp>
        <p:nvSpPr>
          <p:cNvPr id="28" name="Shape 26"/>
          <p:cNvSpPr/>
          <p:nvPr/>
        </p:nvSpPr>
        <p:spPr>
          <a:xfrm>
            <a:off x="3749040" y="1188720"/>
            <a:ext cx="1645920" cy="1645920"/>
          </a:xfrm>
          <a:prstGeom prst="ellipse">
            <a:avLst/>
          </a:prstGeom>
          <a:solidFill>
            <a:srgbClr val="001100"/>
          </a:solidFill>
          <a:ln w="38100">
            <a:solidFill>
              <a:srgbClr val="00FF00"/>
            </a:solidFill>
            <a:prstDash val="solid"/>
          </a:ln>
        </p:spPr>
        <p:txBody>
          <a:bodyPr/>
          <a:lstStyle/>
          <a:p>
            <a:endParaRPr lang="en-US"/>
          </a:p>
        </p:txBody>
      </p:sp>
      <p:sp>
        <p:nvSpPr>
          <p:cNvPr id="29" name="Text 27"/>
          <p:cNvSpPr/>
          <p:nvPr/>
        </p:nvSpPr>
        <p:spPr>
          <a:xfrm>
            <a:off x="3749040" y="1188720"/>
            <a:ext cx="1645920" cy="1645920"/>
          </a:xfrm>
          <a:prstGeom prst="rect">
            <a:avLst/>
          </a:prstGeom>
          <a:noFill/>
          <a:ln/>
        </p:spPr>
        <p:txBody>
          <a:bodyPr wrap="square" rtlCol="0" anchor="ctr"/>
          <a:lstStyle/>
          <a:p>
            <a:pPr marL="0" indent="0" algn="ctr">
              <a:buNone/>
            </a:pPr>
            <a:r>
              <a:rPr lang="en-US" sz="4800" b="1" dirty="0">
                <a:solidFill>
                  <a:srgbClr val="00FF00"/>
                </a:solidFill>
                <a:latin typeface="Impact" pitchFamily="34" charset="0"/>
                <a:ea typeface="Impact" pitchFamily="34" charset="-122"/>
                <a:cs typeface="Impact" pitchFamily="34" charset="-120"/>
              </a:rPr>
              <a:t>DG</a:t>
            </a:r>
            <a:endParaRPr lang="en-US" sz="4800" dirty="0"/>
          </a:p>
        </p:txBody>
      </p:sp>
      <p:sp>
        <p:nvSpPr>
          <p:cNvPr id="30" name="Shape 28"/>
          <p:cNvSpPr/>
          <p:nvPr/>
        </p:nvSpPr>
        <p:spPr>
          <a:xfrm>
            <a:off x="274320" y="2944368"/>
            <a:ext cx="8595360" cy="1965960"/>
          </a:xfrm>
          <a:prstGeom prst="rect">
            <a:avLst/>
          </a:prstGeom>
          <a:solidFill>
            <a:srgbClr val="111111"/>
          </a:solidFill>
          <a:ln w="25400">
            <a:solidFill>
              <a:srgbClr val="00FF00"/>
            </a:solidFill>
            <a:prstDash val="solid"/>
          </a:ln>
        </p:spPr>
        <p:txBody>
          <a:bodyPr/>
          <a:lstStyle/>
          <a:p>
            <a:endParaRPr lang="en-US"/>
          </a:p>
        </p:txBody>
      </p:sp>
      <p:sp>
        <p:nvSpPr>
          <p:cNvPr id="31" name="Text 29"/>
          <p:cNvSpPr/>
          <p:nvPr/>
        </p:nvSpPr>
        <p:spPr>
          <a:xfrm>
            <a:off x="457200" y="3017520"/>
            <a:ext cx="8229600" cy="1828800"/>
          </a:xfrm>
          <a:prstGeom prst="rect">
            <a:avLst/>
          </a:prstGeom>
          <a:noFill/>
          <a:ln/>
        </p:spPr>
        <p:txBody>
          <a:bodyPr wrap="square" rtlCol="0" anchor="t"/>
          <a:lstStyle/>
          <a:p>
            <a:pPr marL="0" indent="0">
              <a:buNone/>
            </a:pPr>
            <a:r>
              <a:rPr lang="en-US" sz="1800" b="1" dirty="0">
                <a:solidFill>
                  <a:srgbClr val="00FF00"/>
                </a:solidFill>
                <a:latin typeface="Impact" pitchFamily="34" charset="0"/>
                <a:ea typeface="Impact" pitchFamily="34" charset="-122"/>
                <a:cs typeface="Impact" pitchFamily="34" charset="-120"/>
              </a:rPr>
              <a:t>SESSION 0.1: </a:t>
            </a:r>
            <a:r>
              <a:rPr lang="en-US" sz="1800" b="1" dirty="0">
                <a:solidFill>
                  <a:srgbClr val="FFFFFF"/>
                </a:solidFill>
                <a:latin typeface="Impact" pitchFamily="34" charset="0"/>
                <a:ea typeface="Impact" pitchFamily="34" charset="-122"/>
                <a:cs typeface="Impact" pitchFamily="34" charset="-120"/>
              </a:rPr>
              <a:t>DELTA GREEN
</a:t>
            </a:r>
            <a:r>
              <a:rPr lang="en-US" sz="500" dirty="0">
                <a:solidFill>
                  <a:srgbClr val="000000"/>
                </a:solidFill>
              </a:rPr>
              <a:t>
</a:t>
            </a:r>
            <a:r>
              <a:rPr lang="en-US" sz="1400" dirty="0">
                <a:solidFill>
                  <a:srgbClr val="FFFFFF"/>
                </a:solidFill>
                <a:latin typeface="Comic Sans MS" pitchFamily="34" charset="0"/>
                <a:ea typeface="Comic Sans MS" pitchFamily="34" charset="-122"/>
                <a:cs typeface="Comic Sans MS" pitchFamily="34" charset="-120"/>
              </a:rPr>
              <a:t>  We will create characters TOGETHER at the table
  We may even get started on the session itself!
</a:t>
            </a:r>
            <a:r>
              <a:rPr lang="en-US" sz="1400" i="1" dirty="0">
                <a:solidFill>
                  <a:srgbClr val="00FFFF"/>
                </a:solidFill>
                <a:latin typeface="Comic Sans MS" pitchFamily="34" charset="0"/>
                <a:ea typeface="Comic Sans MS" pitchFamily="34" charset="-122"/>
                <a:cs typeface="Comic Sans MS" pitchFamily="34" charset="-120"/>
              </a:rPr>
              <a:t>  OR... I may completely change things up last minute.
</a:t>
            </a:r>
            <a:r>
              <a:rPr lang="en-US" sz="400" dirty="0">
                <a:solidFill>
                  <a:srgbClr val="000000"/>
                </a:solidFill>
              </a:rPr>
              <a:t>
</a:t>
            </a:r>
            <a:r>
              <a:rPr lang="en-US" sz="1600" b="1" dirty="0">
                <a:solidFill>
                  <a:srgbClr val="FFFF00"/>
                </a:solidFill>
                <a:latin typeface="Impact" pitchFamily="34" charset="0"/>
                <a:ea typeface="Impact" pitchFamily="34" charset="-122"/>
                <a:cs typeface="Impact" pitchFamily="34" charset="-120"/>
              </a:rPr>
              <a:t>       WHO KNOWS?  (The GM knows. Maybe.)</a:t>
            </a:r>
            <a:endParaRPr lang="en-US" sz="1800" dirty="0"/>
          </a:p>
        </p:txBody>
      </p:sp>
      <p:sp>
        <p:nvSpPr>
          <p:cNvPr id="32" name="Text 30"/>
          <p:cNvSpPr/>
          <p:nvPr/>
        </p:nvSpPr>
        <p:spPr>
          <a:xfrm>
            <a:off x="457200" y="4919472"/>
            <a:ext cx="8229600" cy="201168"/>
          </a:xfrm>
          <a:prstGeom prst="rect">
            <a:avLst/>
          </a:prstGeom>
          <a:noFill/>
          <a:ln/>
        </p:spPr>
        <p:txBody>
          <a:bodyPr wrap="square" rtlCol="0" anchor="ctr"/>
          <a:lstStyle/>
          <a:p>
            <a:pPr marL="0" indent="0" algn="ctr">
              <a:buNone/>
            </a:pPr>
            <a:r>
              <a:rPr lang="en-US" sz="1200" i="1" dirty="0">
                <a:solidFill>
                  <a:srgbClr val="C0C0C0"/>
                </a:solidFill>
                <a:latin typeface="Comic Sans MS" pitchFamily="34" charset="0"/>
                <a:ea typeface="Comic Sans MS" pitchFamily="34" charset="-122"/>
                <a:cs typeface="Comic Sans MS" pitchFamily="34" charset="-120"/>
              </a:rPr>
              <a:t>~ expect the unexpected ~</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241</TotalTime>
  <Words>473</Words>
  <Application>Microsoft Office PowerPoint</Application>
  <PresentationFormat>On-screen Show (16:9)</PresentationFormat>
  <Paragraphs>89</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Comic Sans MS</vt:lpstr>
      <vt:lpstr>Impact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Seven Dooms for Sandpoint Session 0.0</dc:title>
  <dc:subject>PptxGenJS Presentation</dc:subject>
  <dc:creator>PptxGenJS</dc:creator>
  <cp:lastModifiedBy>Andrew Hamilton</cp:lastModifiedBy>
  <cp:revision>3</cp:revision>
  <dcterms:created xsi:type="dcterms:W3CDTF">2026-05-27T22:55:01Z</dcterms:created>
  <dcterms:modified xsi:type="dcterms:W3CDTF">2026-05-28T02:58:25Z</dcterms:modified>
</cp:coreProperties>
</file>